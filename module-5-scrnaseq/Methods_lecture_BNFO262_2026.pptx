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 ContentType="image/tiff"/>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media/image39.tif" ContentType="image/tif"/>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7" r:id="rId1"/>
    <p:sldMasterId id="2147483648" r:id="rId2"/>
  </p:sldMasterIdLst>
  <p:notesMasterIdLst>
    <p:notesMasterId r:id="rId27"/>
  </p:notesMasterIdLst>
  <p:sldIdLst>
    <p:sldId id="256" r:id="rId3"/>
    <p:sldId id="313" r:id="rId4"/>
    <p:sldId id="315" r:id="rId5"/>
    <p:sldId id="310" r:id="rId6"/>
    <p:sldId id="273" r:id="rId7"/>
    <p:sldId id="298" r:id="rId8"/>
    <p:sldId id="258" r:id="rId9"/>
    <p:sldId id="299" r:id="rId10"/>
    <p:sldId id="316" r:id="rId11"/>
    <p:sldId id="301" r:id="rId12"/>
    <p:sldId id="300" r:id="rId13"/>
    <p:sldId id="302" r:id="rId14"/>
    <p:sldId id="312" r:id="rId15"/>
    <p:sldId id="264" r:id="rId16"/>
    <p:sldId id="263" r:id="rId17"/>
    <p:sldId id="306" r:id="rId18"/>
    <p:sldId id="269" r:id="rId19"/>
    <p:sldId id="279" r:id="rId20"/>
    <p:sldId id="280" r:id="rId21"/>
    <p:sldId id="307" r:id="rId22"/>
    <p:sldId id="308" r:id="rId23"/>
    <p:sldId id="275" r:id="rId24"/>
    <p:sldId id="290" r:id="rId25"/>
    <p:sldId id="311" r:id="rId2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12A0FAB-4B43-47EC-286A-E3974F7E479B}" v="51" dt="2026-01-30T18:48:51.389"/>
    <p1510:client id="{FB78784B-020A-58B1-F37B-44AB8A6F814F}" v="7" dt="2026-01-29T22:18:09.44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35" autoAdjust="0"/>
  </p:normalViewPr>
  <p:slideViewPr>
    <p:cSldViewPr snapToGrid="0" snapToObjects="1">
      <p:cViewPr varScale="1">
        <p:scale>
          <a:sx n="85" d="100"/>
          <a:sy n="85" d="100"/>
        </p:scale>
        <p:origin x="1554" y="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bert E Morey" userId="S::remorey@health.ucsd.edu::16929cdb-a01e-4fe4-97a1-96e09be222dc" providerId="AD" clId="Web-{FB78784B-020A-58B1-F37B-44AB8A6F814F}"/>
    <pc:docChg chg="modSld">
      <pc:chgData name="Robert E Morey" userId="S::remorey@health.ucsd.edu::16929cdb-a01e-4fe4-97a1-96e09be222dc" providerId="AD" clId="Web-{FB78784B-020A-58B1-F37B-44AB8A6F814F}" dt="2026-01-29T22:18:07.040" v="5" actId="20577"/>
      <pc:docMkLst>
        <pc:docMk/>
      </pc:docMkLst>
      <pc:sldChg chg="modSp">
        <pc:chgData name="Robert E Morey" userId="S::remorey@health.ucsd.edu::16929cdb-a01e-4fe4-97a1-96e09be222dc" providerId="AD" clId="Web-{FB78784B-020A-58B1-F37B-44AB8A6F814F}" dt="2026-01-29T22:17:24.195" v="1" actId="20577"/>
        <pc:sldMkLst>
          <pc:docMk/>
          <pc:sldMk cId="372049189" sldId="256"/>
        </pc:sldMkLst>
        <pc:spChg chg="mod">
          <ac:chgData name="Robert E Morey" userId="S::remorey@health.ucsd.edu::16929cdb-a01e-4fe4-97a1-96e09be222dc" providerId="AD" clId="Web-{FB78784B-020A-58B1-F37B-44AB8A6F814F}" dt="2026-01-29T22:17:24.195" v="1" actId="20577"/>
          <ac:spMkLst>
            <pc:docMk/>
            <pc:sldMk cId="372049189" sldId="256"/>
            <ac:spMk id="3" creationId="{00000000-0000-0000-0000-000000000000}"/>
          </ac:spMkLst>
        </pc:spChg>
      </pc:sldChg>
      <pc:sldChg chg="modSp">
        <pc:chgData name="Robert E Morey" userId="S::remorey@health.ucsd.edu::16929cdb-a01e-4fe4-97a1-96e09be222dc" providerId="AD" clId="Web-{FB78784B-020A-58B1-F37B-44AB8A6F814F}" dt="2026-01-29T22:18:07.040" v="5" actId="20577"/>
        <pc:sldMkLst>
          <pc:docMk/>
          <pc:sldMk cId="693201919" sldId="313"/>
        </pc:sldMkLst>
        <pc:spChg chg="mod">
          <ac:chgData name="Robert E Morey" userId="S::remorey@health.ucsd.edu::16929cdb-a01e-4fe4-97a1-96e09be222dc" providerId="AD" clId="Web-{FB78784B-020A-58B1-F37B-44AB8A6F814F}" dt="2026-01-29T22:18:07.040" v="5" actId="20577"/>
          <ac:spMkLst>
            <pc:docMk/>
            <pc:sldMk cId="693201919" sldId="313"/>
            <ac:spMk id="3" creationId="{4054B3CF-44D9-4D10-9AFF-430F3D174BBE}"/>
          </ac:spMkLst>
        </pc:spChg>
      </pc:sldChg>
    </pc:docChg>
  </pc:docChgLst>
  <pc:docChgLst>
    <pc:chgData name="Robert E Morey" userId="S::remorey@health.ucsd.edu::16929cdb-a01e-4fe4-97a1-96e09be222dc" providerId="AD" clId="Web-{412A0FAB-4B43-47EC-286A-E3974F7E479B}"/>
    <pc:docChg chg="addSld modSld">
      <pc:chgData name="Robert E Morey" userId="S::remorey@health.ucsd.edu::16929cdb-a01e-4fe4-97a1-96e09be222dc" providerId="AD" clId="Web-{412A0FAB-4B43-47EC-286A-E3974F7E479B}" dt="2026-01-30T18:48:51.389" v="46"/>
      <pc:docMkLst>
        <pc:docMk/>
      </pc:docMkLst>
      <pc:sldChg chg="addSp delSp modSp new">
        <pc:chgData name="Robert E Morey" userId="S::remorey@health.ucsd.edu::16929cdb-a01e-4fe4-97a1-96e09be222dc" providerId="AD" clId="Web-{412A0FAB-4B43-47EC-286A-E3974F7E479B}" dt="2026-01-30T18:48:51.389" v="46"/>
        <pc:sldMkLst>
          <pc:docMk/>
          <pc:sldMk cId="2283937063" sldId="316"/>
        </pc:sldMkLst>
        <pc:spChg chg="mod">
          <ac:chgData name="Robert E Morey" userId="S::remorey@health.ucsd.edu::16929cdb-a01e-4fe4-97a1-96e09be222dc" providerId="AD" clId="Web-{412A0FAB-4B43-47EC-286A-E3974F7E479B}" dt="2026-01-30T18:44:53.180" v="22" actId="20577"/>
          <ac:spMkLst>
            <pc:docMk/>
            <pc:sldMk cId="2283937063" sldId="316"/>
            <ac:spMk id="2" creationId="{3741D1B1-A9E9-6E90-93DD-32227D086C02}"/>
          </ac:spMkLst>
        </pc:spChg>
        <pc:spChg chg="del">
          <ac:chgData name="Robert E Morey" userId="S::remorey@health.ucsd.edu::16929cdb-a01e-4fe4-97a1-96e09be222dc" providerId="AD" clId="Web-{412A0FAB-4B43-47EC-286A-E3974F7E479B}" dt="2026-01-30T18:48:41.389" v="44"/>
          <ac:spMkLst>
            <pc:docMk/>
            <pc:sldMk cId="2283937063" sldId="316"/>
            <ac:spMk id="3" creationId="{8F0C2786-8DE3-935B-77AE-7306E4F7B92C}"/>
          </ac:spMkLst>
        </pc:spChg>
        <pc:spChg chg="add mod">
          <ac:chgData name="Robert E Morey" userId="S::remorey@health.ucsd.edu::16929cdb-a01e-4fe4-97a1-96e09be222dc" providerId="AD" clId="Web-{412A0FAB-4B43-47EC-286A-E3974F7E479B}" dt="2026-01-30T18:48:34.920" v="43" actId="1076"/>
          <ac:spMkLst>
            <pc:docMk/>
            <pc:sldMk cId="2283937063" sldId="316"/>
            <ac:spMk id="5" creationId="{B3EB6E6A-7CE0-6338-8439-262FDFB821F7}"/>
          </ac:spMkLst>
        </pc:spChg>
        <pc:picChg chg="add mod modCrop">
          <ac:chgData name="Robert E Morey" userId="S::remorey@health.ucsd.edu::16929cdb-a01e-4fe4-97a1-96e09be222dc" providerId="AD" clId="Web-{412A0FAB-4B43-47EC-286A-E3974F7E479B}" dt="2026-01-30T18:48:51.389" v="46"/>
          <ac:picMkLst>
            <pc:docMk/>
            <pc:sldMk cId="2283937063" sldId="316"/>
            <ac:picMk id="4" creationId="{2D4325E4-3497-08DC-D1AB-7EB7DE315EB5}"/>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6E033CE-4DA5-1844-BBDE-B145E92FF15E}" type="datetimeFigureOut">
              <a:rPr lang="en-US" smtClean="0"/>
              <a:t>1/30/2026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DB3A204-F0FE-0247-AF0A-05A0954A8D40}" type="slidenum">
              <a:rPr lang="en-US" smtClean="0"/>
              <a:t>‹#›</a:t>
            </a:fld>
            <a:endParaRPr lang="en-US"/>
          </a:p>
        </p:txBody>
      </p:sp>
    </p:spTree>
    <p:extLst>
      <p:ext uri="{BB962C8B-B14F-4D97-AF65-F5344CB8AC3E}">
        <p14:creationId xmlns:p14="http://schemas.microsoft.com/office/powerpoint/2010/main" val="1158695481"/>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ADB3A204-F0FE-0247-AF0A-05A0954A8D40}" type="slidenum">
              <a:rPr lang="en-US" smtClean="0"/>
              <a:t>3</a:t>
            </a:fld>
            <a:endParaRPr lang="en-US"/>
          </a:p>
        </p:txBody>
      </p:sp>
    </p:spTree>
    <p:extLst>
      <p:ext uri="{BB962C8B-B14F-4D97-AF65-F5344CB8AC3E}">
        <p14:creationId xmlns:p14="http://schemas.microsoft.com/office/powerpoint/2010/main" val="14643107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DB3A204-F0FE-0247-AF0A-05A0954A8D40}" type="slidenum">
              <a:rPr lang="en-US" smtClean="0"/>
              <a:t>13</a:t>
            </a:fld>
            <a:endParaRPr lang="en-US"/>
          </a:p>
        </p:txBody>
      </p:sp>
    </p:spTree>
    <p:extLst>
      <p:ext uri="{BB962C8B-B14F-4D97-AF65-F5344CB8AC3E}">
        <p14:creationId xmlns:p14="http://schemas.microsoft.com/office/powerpoint/2010/main" val="38897625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9F96482-E359-47F3-BCFF-99E53FDEF557}" type="slidenum">
              <a:rPr lang="en-US" smtClean="0"/>
              <a:t>17</a:t>
            </a:fld>
            <a:endParaRPr lang="en-US"/>
          </a:p>
        </p:txBody>
      </p:sp>
    </p:spTree>
    <p:extLst>
      <p:ext uri="{BB962C8B-B14F-4D97-AF65-F5344CB8AC3E}">
        <p14:creationId xmlns:p14="http://schemas.microsoft.com/office/powerpoint/2010/main" val="14048856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9F96482-E359-47F3-BCFF-99E53FDEF557}" type="slidenum">
              <a:rPr lang="en-US" smtClean="0"/>
              <a:t>18</a:t>
            </a:fld>
            <a:endParaRPr lang="en-US"/>
          </a:p>
        </p:txBody>
      </p:sp>
    </p:spTree>
    <p:extLst>
      <p:ext uri="{BB962C8B-B14F-4D97-AF65-F5344CB8AC3E}">
        <p14:creationId xmlns:p14="http://schemas.microsoft.com/office/powerpoint/2010/main" val="31398158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A9891636-ACEA-074F-9F77-7865878C79E8}" type="datetimeFigureOut">
              <a:rPr lang="en-US" smtClean="0"/>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DF6E45-7CE5-2C42-9607-F53A2ECBA351}" type="slidenum">
              <a:rPr lang="en-US" smtClean="0"/>
              <a:t>‹#›</a:t>
            </a:fld>
            <a:endParaRPr lang="en-US"/>
          </a:p>
        </p:txBody>
      </p:sp>
    </p:spTree>
    <p:extLst>
      <p:ext uri="{BB962C8B-B14F-4D97-AF65-F5344CB8AC3E}">
        <p14:creationId xmlns:p14="http://schemas.microsoft.com/office/powerpoint/2010/main" val="20803881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9891636-ACEA-074F-9F77-7865878C79E8}" type="datetimeFigureOut">
              <a:rPr lang="en-US" smtClean="0"/>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DF6E45-7CE5-2C42-9607-F53A2ECBA351}" type="slidenum">
              <a:rPr lang="en-US" smtClean="0"/>
              <a:t>‹#›</a:t>
            </a:fld>
            <a:endParaRPr lang="en-US"/>
          </a:p>
        </p:txBody>
      </p:sp>
    </p:spTree>
    <p:extLst>
      <p:ext uri="{BB962C8B-B14F-4D97-AF65-F5344CB8AC3E}">
        <p14:creationId xmlns:p14="http://schemas.microsoft.com/office/powerpoint/2010/main" val="30179929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9891636-ACEA-074F-9F77-7865878C79E8}" type="datetimeFigureOut">
              <a:rPr lang="en-US" smtClean="0"/>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DF6E45-7CE5-2C42-9607-F53A2ECBA351}" type="slidenum">
              <a:rPr lang="en-US" smtClean="0"/>
              <a:t>‹#›</a:t>
            </a:fld>
            <a:endParaRPr lang="en-US"/>
          </a:p>
        </p:txBody>
      </p:sp>
    </p:spTree>
    <p:extLst>
      <p:ext uri="{BB962C8B-B14F-4D97-AF65-F5344CB8AC3E}">
        <p14:creationId xmlns:p14="http://schemas.microsoft.com/office/powerpoint/2010/main" val="20871451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9891636-ACEA-074F-9F77-7865878C79E8}" type="datetimeFigureOut">
              <a:rPr lang="en-US" smtClean="0"/>
              <a:t>1/30/2026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3DF6E45-7CE5-2C42-9607-F53A2ECBA351}" type="slidenum">
              <a:rPr lang="en-US" smtClean="0"/>
              <a:t>‹#›</a:t>
            </a:fld>
            <a:endParaRPr lang="en-US"/>
          </a:p>
        </p:txBody>
      </p:sp>
    </p:spTree>
    <p:extLst>
      <p:ext uri="{BB962C8B-B14F-4D97-AF65-F5344CB8AC3E}">
        <p14:creationId xmlns:p14="http://schemas.microsoft.com/office/powerpoint/2010/main" val="19405708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9891636-ACEA-074F-9F77-7865878C79E8}" type="datetimeFigureOut">
              <a:rPr lang="en-US" smtClean="0"/>
              <a:t>1/30/2026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3DF6E45-7CE5-2C42-9607-F53A2ECBA351}" type="slidenum">
              <a:rPr lang="en-US" smtClean="0"/>
              <a:t>‹#›</a:t>
            </a:fld>
            <a:endParaRPr lang="en-US"/>
          </a:p>
        </p:txBody>
      </p:sp>
    </p:spTree>
    <p:extLst>
      <p:ext uri="{BB962C8B-B14F-4D97-AF65-F5344CB8AC3E}">
        <p14:creationId xmlns:p14="http://schemas.microsoft.com/office/powerpoint/2010/main" val="19853222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9891636-ACEA-074F-9F77-7865878C79E8}" type="datetimeFigureOut">
              <a:rPr lang="en-US" smtClean="0"/>
              <a:t>1/30/2026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3DF6E45-7CE5-2C42-9607-F53A2ECBA351}" type="slidenum">
              <a:rPr lang="en-US" smtClean="0"/>
              <a:t>‹#›</a:t>
            </a:fld>
            <a:endParaRPr lang="en-US"/>
          </a:p>
        </p:txBody>
      </p:sp>
    </p:spTree>
    <p:extLst>
      <p:ext uri="{BB962C8B-B14F-4D97-AF65-F5344CB8AC3E}">
        <p14:creationId xmlns:p14="http://schemas.microsoft.com/office/powerpoint/2010/main" val="24250014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9891636-ACEA-074F-9F77-7865878C79E8}" type="datetimeFigureOut">
              <a:rPr lang="en-US" smtClean="0"/>
              <a:t>1/30/2026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3DF6E45-7CE5-2C42-9607-F53A2ECBA351}" type="slidenum">
              <a:rPr lang="en-US" smtClean="0"/>
              <a:t>‹#›</a:t>
            </a:fld>
            <a:endParaRPr lang="en-US"/>
          </a:p>
        </p:txBody>
      </p:sp>
    </p:spTree>
    <p:extLst>
      <p:ext uri="{BB962C8B-B14F-4D97-AF65-F5344CB8AC3E}">
        <p14:creationId xmlns:p14="http://schemas.microsoft.com/office/powerpoint/2010/main" val="10500304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9891636-ACEA-074F-9F77-7865878C79E8}" type="datetimeFigureOut">
              <a:rPr lang="en-US" smtClean="0"/>
              <a:t>1/30/2026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3DF6E45-7CE5-2C42-9607-F53A2ECBA351}" type="slidenum">
              <a:rPr lang="en-US" smtClean="0"/>
              <a:t>‹#›</a:t>
            </a:fld>
            <a:endParaRPr lang="en-US"/>
          </a:p>
        </p:txBody>
      </p:sp>
    </p:spTree>
    <p:extLst>
      <p:ext uri="{BB962C8B-B14F-4D97-AF65-F5344CB8AC3E}">
        <p14:creationId xmlns:p14="http://schemas.microsoft.com/office/powerpoint/2010/main" val="40810503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9891636-ACEA-074F-9F77-7865878C79E8}" type="datetimeFigureOut">
              <a:rPr lang="en-US" smtClean="0"/>
              <a:t>1/30/2026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3DF6E45-7CE5-2C42-9607-F53A2ECBA351}" type="slidenum">
              <a:rPr lang="en-US" smtClean="0"/>
              <a:t>‹#›</a:t>
            </a:fld>
            <a:endParaRPr lang="en-US"/>
          </a:p>
        </p:txBody>
      </p:sp>
    </p:spTree>
    <p:extLst>
      <p:ext uri="{BB962C8B-B14F-4D97-AF65-F5344CB8AC3E}">
        <p14:creationId xmlns:p14="http://schemas.microsoft.com/office/powerpoint/2010/main" val="1669802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9891636-ACEA-074F-9F77-7865878C79E8}" type="datetimeFigureOut">
              <a:rPr lang="en-US" smtClean="0"/>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DF6E45-7CE5-2C42-9607-F53A2ECBA351}" type="slidenum">
              <a:rPr lang="en-US" smtClean="0"/>
              <a:t>‹#›</a:t>
            </a:fld>
            <a:endParaRPr lang="en-US"/>
          </a:p>
        </p:txBody>
      </p:sp>
    </p:spTree>
    <p:extLst>
      <p:ext uri="{BB962C8B-B14F-4D97-AF65-F5344CB8AC3E}">
        <p14:creationId xmlns:p14="http://schemas.microsoft.com/office/powerpoint/2010/main" val="13448172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9891636-ACEA-074F-9F77-7865878C79E8}" type="datetimeFigureOut">
              <a:rPr lang="en-US" smtClean="0"/>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DF6E45-7CE5-2C42-9607-F53A2ECBA351}" type="slidenum">
              <a:rPr lang="en-US" smtClean="0"/>
              <a:t>‹#›</a:t>
            </a:fld>
            <a:endParaRPr lang="en-US"/>
          </a:p>
        </p:txBody>
      </p:sp>
    </p:spTree>
    <p:extLst>
      <p:ext uri="{BB962C8B-B14F-4D97-AF65-F5344CB8AC3E}">
        <p14:creationId xmlns:p14="http://schemas.microsoft.com/office/powerpoint/2010/main" val="18343927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Title &amp; Subtitle">
    <p:spTree>
      <p:nvGrpSpPr>
        <p:cNvPr id="1" name=""/>
        <p:cNvGrpSpPr/>
        <p:nvPr/>
      </p:nvGrpSpPr>
      <p:grpSpPr>
        <a:xfrm>
          <a:off x="0" y="0"/>
          <a:ext cx="0" cy="0"/>
          <a:chOff x="0" y="0"/>
          <a:chExt cx="0" cy="0"/>
        </a:xfrm>
      </p:grpSpPr>
      <p:sp>
        <p:nvSpPr>
          <p:cNvPr id="12" name="Line"/>
          <p:cNvSpPr/>
          <p:nvPr/>
        </p:nvSpPr>
        <p:spPr>
          <a:xfrm>
            <a:off x="455414" y="3339704"/>
            <a:ext cx="8233187" cy="89"/>
          </a:xfrm>
          <a:prstGeom prst="line">
            <a:avLst/>
          </a:prstGeom>
          <a:ln w="12700">
            <a:solidFill>
              <a:srgbClr val="9A9A9A"/>
            </a:solidFill>
            <a:miter lim="400000"/>
          </a:ln>
        </p:spPr>
        <p:txBody>
          <a:bodyPr lIns="35719" tIns="35719" rIns="35719" bIns="35719" anchor="ctr"/>
          <a:lstStyle/>
          <a:p>
            <a:endParaRPr/>
          </a:p>
        </p:txBody>
      </p:sp>
      <p:sp>
        <p:nvSpPr>
          <p:cNvPr id="13" name="Title Text"/>
          <p:cNvSpPr txBox="1">
            <a:spLocks noGrp="1"/>
          </p:cNvSpPr>
          <p:nvPr>
            <p:ph type="title"/>
          </p:nvPr>
        </p:nvSpPr>
        <p:spPr>
          <a:xfrm>
            <a:off x="401836" y="928687"/>
            <a:ext cx="8340328" cy="2232422"/>
          </a:xfrm>
          <a:prstGeom prst="rect">
            <a:avLst/>
          </a:prstGeom>
        </p:spPr>
        <p:txBody>
          <a:bodyPr/>
          <a:lstStyle/>
          <a:p>
            <a:r>
              <a:t>Title Text</a:t>
            </a:r>
          </a:p>
        </p:txBody>
      </p:sp>
      <p:sp>
        <p:nvSpPr>
          <p:cNvPr id="14" name="Body Level One…"/>
          <p:cNvSpPr txBox="1">
            <a:spLocks noGrp="1"/>
          </p:cNvSpPr>
          <p:nvPr>
            <p:ph type="body" sz="half" idx="1"/>
          </p:nvPr>
        </p:nvSpPr>
        <p:spPr>
          <a:xfrm>
            <a:off x="401836" y="3527227"/>
            <a:ext cx="8340328" cy="2232422"/>
          </a:xfrm>
          <a:prstGeom prst="rect">
            <a:avLst/>
          </a:prstGeom>
        </p:spPr>
        <p:txBody>
          <a:bodyPr/>
          <a:lstStyle>
            <a:lvl1pPr marL="0" indent="0">
              <a:spcBef>
                <a:spcPts val="0"/>
              </a:spcBef>
              <a:buSzTx/>
              <a:buNone/>
              <a:defRPr sz="1800">
                <a:solidFill>
                  <a:srgbClr val="747474"/>
                </a:solidFill>
              </a:defRPr>
            </a:lvl1pPr>
            <a:lvl2pPr marL="0" indent="0">
              <a:spcBef>
                <a:spcPts val="0"/>
              </a:spcBef>
              <a:buSzTx/>
              <a:buNone/>
              <a:defRPr>
                <a:solidFill>
                  <a:srgbClr val="747474"/>
                </a:solidFill>
              </a:defRPr>
            </a:lvl2pPr>
            <a:lvl3pPr marL="0" indent="0">
              <a:spcBef>
                <a:spcPts val="0"/>
              </a:spcBef>
              <a:buSzTx/>
              <a:buNone/>
              <a:defRPr>
                <a:solidFill>
                  <a:srgbClr val="747474"/>
                </a:solidFill>
              </a:defRPr>
            </a:lvl3pPr>
            <a:lvl4pPr marL="0" indent="0">
              <a:spcBef>
                <a:spcPts val="0"/>
              </a:spcBef>
              <a:buSzTx/>
              <a:buNone/>
              <a:defRPr>
                <a:solidFill>
                  <a:srgbClr val="747474"/>
                </a:solidFill>
              </a:defRPr>
            </a:lvl4pPr>
            <a:lvl5pPr marL="0" indent="0">
              <a:spcBef>
                <a:spcPts val="0"/>
              </a:spcBef>
              <a:buSzTx/>
              <a:buNone/>
              <a:defRPr>
                <a:solidFill>
                  <a:srgbClr val="747474"/>
                </a:solidFill>
              </a:defRPr>
            </a:lvl5pPr>
          </a:lstStyle>
          <a:p>
            <a:r>
              <a:t>Body Level One</a:t>
            </a:r>
          </a:p>
          <a:p>
            <a:pPr lvl="1"/>
            <a:r>
              <a:t>Body Level Two</a:t>
            </a:r>
          </a:p>
          <a:p>
            <a:pPr lvl="2"/>
            <a:r>
              <a:t>Body Level Three</a:t>
            </a:r>
          </a:p>
          <a:p>
            <a:pPr lvl="3"/>
            <a:r>
              <a:t>Body Level Four</a:t>
            </a:r>
          </a:p>
          <a:p>
            <a:pPr lvl="4"/>
            <a:r>
              <a:t>Body Level Five</a:t>
            </a:r>
          </a:p>
        </p:txBody>
      </p:sp>
      <p:sp>
        <p:nvSpPr>
          <p:cNvPr id="15" name="Slide Number"/>
          <p:cNvSpPr txBox="1">
            <a:spLocks noGrp="1"/>
          </p:cNvSpPr>
          <p:nvPr>
            <p:ph type="sldNum" sz="quarter" idx="2"/>
          </p:nvPr>
        </p:nvSpPr>
        <p:spPr>
          <a:xfrm>
            <a:off x="8626078" y="6465094"/>
            <a:ext cx="219385" cy="210812"/>
          </a:xfrm>
          <a:prstGeom prst="rect">
            <a:avLst/>
          </a:prstGeom>
        </p:spPr>
        <p:txBody>
          <a:bodyPr/>
          <a:lstStyle>
            <a:lvl1pPr algn="l"/>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22" name="Title Text"/>
          <p:cNvSpPr txBox="1">
            <a:spLocks noGrp="1"/>
          </p:cNvSpPr>
          <p:nvPr>
            <p:ph type="title"/>
          </p:nvPr>
        </p:nvSpPr>
        <p:spPr>
          <a:prstGeom prst="rect">
            <a:avLst/>
          </a:prstGeom>
        </p:spPr>
        <p:txBody>
          <a:bodyPr/>
          <a:lstStyle/>
          <a:p>
            <a:r>
              <a:t>Title Text</a:t>
            </a:r>
          </a:p>
        </p:txBody>
      </p:sp>
      <p:sp>
        <p:nvSpPr>
          <p:cNvPr id="23"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Title &amp; Bullets - 2 Column">
    <p:spTree>
      <p:nvGrpSpPr>
        <p:cNvPr id="1" name=""/>
        <p:cNvGrpSpPr/>
        <p:nvPr/>
      </p:nvGrpSpPr>
      <p:grpSpPr>
        <a:xfrm>
          <a:off x="0" y="0"/>
          <a:ext cx="0" cy="0"/>
          <a:chOff x="0" y="0"/>
          <a:chExt cx="0" cy="0"/>
        </a:xfrm>
      </p:grpSpPr>
      <p:sp>
        <p:nvSpPr>
          <p:cNvPr id="31" name="Title Text"/>
          <p:cNvSpPr txBox="1">
            <a:spLocks noGrp="1"/>
          </p:cNvSpPr>
          <p:nvPr>
            <p:ph type="title"/>
          </p:nvPr>
        </p:nvSpPr>
        <p:spPr>
          <a:prstGeom prst="rect">
            <a:avLst/>
          </a:prstGeom>
        </p:spPr>
        <p:txBody>
          <a:bodyPr/>
          <a:lstStyle/>
          <a:p>
            <a:r>
              <a:t>Title Text</a:t>
            </a:r>
          </a:p>
        </p:txBody>
      </p:sp>
      <p:sp>
        <p:nvSpPr>
          <p:cNvPr id="32" name="Body Level One…"/>
          <p:cNvSpPr txBox="1">
            <a:spLocks noGrp="1"/>
          </p:cNvSpPr>
          <p:nvPr>
            <p:ph type="body" idx="1"/>
          </p:nvPr>
        </p:nvSpPr>
        <p:spPr>
          <a:prstGeom prst="rect">
            <a:avLst/>
          </a:prstGeom>
        </p:spPr>
        <p:txBody>
          <a:bodyPr numCol="2" spcCol="593090"/>
          <a:lstStyle>
            <a:lvl1pPr>
              <a:spcBef>
                <a:spcPts val="3375"/>
              </a:spcBef>
              <a:defRPr sz="1800">
                <a:solidFill>
                  <a:srgbClr val="747474"/>
                </a:solidFill>
              </a:defRPr>
            </a:lvl1pPr>
            <a:lvl2pPr>
              <a:spcBef>
                <a:spcPts val="3375"/>
              </a:spcBef>
              <a:defRPr>
                <a:solidFill>
                  <a:srgbClr val="747474"/>
                </a:solidFill>
              </a:defRPr>
            </a:lvl2pPr>
            <a:lvl3pPr>
              <a:spcBef>
                <a:spcPts val="3375"/>
              </a:spcBef>
              <a:defRPr>
                <a:solidFill>
                  <a:srgbClr val="747474"/>
                </a:solidFill>
              </a:defRPr>
            </a:lvl3pPr>
            <a:lvl4pPr>
              <a:spcBef>
                <a:spcPts val="3375"/>
              </a:spcBef>
              <a:defRPr>
                <a:solidFill>
                  <a:srgbClr val="747474"/>
                </a:solidFill>
              </a:defRPr>
            </a:lvl4pPr>
            <a:lvl5pPr>
              <a:spcBef>
                <a:spcPts val="3375"/>
              </a:spcBef>
              <a:defRPr>
                <a:solidFill>
                  <a:srgbClr val="747474"/>
                </a:solidFill>
              </a:defRPr>
            </a:lvl5pPr>
          </a:lstStyle>
          <a:p>
            <a:r>
              <a:t>Body Level One</a:t>
            </a:r>
          </a:p>
          <a:p>
            <a:pPr lvl="1"/>
            <a:r>
              <a:t>Body Level Two</a:t>
            </a:r>
          </a:p>
          <a:p>
            <a:pPr lvl="2"/>
            <a:r>
              <a:t>Body Level Three</a:t>
            </a:r>
          </a:p>
          <a:p>
            <a:pPr lvl="3"/>
            <a:r>
              <a:t>Body Level Four</a:t>
            </a:r>
          </a:p>
          <a:p>
            <a:pPr lvl="4"/>
            <a:r>
              <a:t>Body Level Five</a:t>
            </a:r>
          </a:p>
        </p:txBody>
      </p:sp>
      <p:sp>
        <p:nvSpPr>
          <p:cNvPr id="3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x">
  <p:cSld name="Bullets">
    <p:spTree>
      <p:nvGrpSpPr>
        <p:cNvPr id="1" name=""/>
        <p:cNvGrpSpPr/>
        <p:nvPr/>
      </p:nvGrpSpPr>
      <p:grpSpPr>
        <a:xfrm>
          <a:off x="0" y="0"/>
          <a:ext cx="0" cy="0"/>
          <a:chOff x="0" y="0"/>
          <a:chExt cx="0" cy="0"/>
        </a:xfrm>
      </p:grpSpPr>
      <p:sp>
        <p:nvSpPr>
          <p:cNvPr id="40" name="Body Level One…"/>
          <p:cNvSpPr txBox="1">
            <a:spLocks noGrp="1"/>
          </p:cNvSpPr>
          <p:nvPr>
            <p:ph type="body" idx="1"/>
          </p:nvPr>
        </p:nvSpPr>
        <p:spPr>
          <a:xfrm>
            <a:off x="401836" y="607219"/>
            <a:ext cx="8340328" cy="5643563"/>
          </a:xfrm>
          <a:prstGeom prst="rect">
            <a:avLst/>
          </a:prstGeom>
        </p:spPr>
        <p:txBody>
          <a:bodyPr/>
          <a:lstStyle>
            <a:lvl1pPr>
              <a:spcBef>
                <a:spcPts val="5062"/>
              </a:spcBef>
              <a:defRPr sz="1800">
                <a:solidFill>
                  <a:srgbClr val="747474"/>
                </a:solidFill>
              </a:defRPr>
            </a:lvl1pPr>
            <a:lvl2pPr>
              <a:spcBef>
                <a:spcPts val="5062"/>
              </a:spcBef>
              <a:defRPr>
                <a:solidFill>
                  <a:srgbClr val="747474"/>
                </a:solidFill>
              </a:defRPr>
            </a:lvl2pPr>
            <a:lvl3pPr>
              <a:spcBef>
                <a:spcPts val="5062"/>
              </a:spcBef>
              <a:defRPr>
                <a:solidFill>
                  <a:srgbClr val="747474"/>
                </a:solidFill>
              </a:defRPr>
            </a:lvl3pPr>
            <a:lvl4pPr>
              <a:spcBef>
                <a:spcPts val="5062"/>
              </a:spcBef>
              <a:defRPr>
                <a:solidFill>
                  <a:srgbClr val="747474"/>
                </a:solidFill>
              </a:defRPr>
            </a:lvl4pPr>
            <a:lvl5pPr>
              <a:spcBef>
                <a:spcPts val="5062"/>
              </a:spcBef>
              <a:defRPr>
                <a:solidFill>
                  <a:srgbClr val="747474"/>
                </a:solidFill>
              </a:defRPr>
            </a:lvl5pPr>
          </a:lstStyle>
          <a:p>
            <a:r>
              <a:t>Body Level One</a:t>
            </a:r>
          </a:p>
          <a:p>
            <a:pPr lvl="1"/>
            <a:r>
              <a:t>Body Level Two</a:t>
            </a:r>
          </a:p>
          <a:p>
            <a:pPr lvl="2"/>
            <a:r>
              <a:t>Body Level Three</a:t>
            </a:r>
          </a:p>
          <a:p>
            <a:pPr lvl="3"/>
            <a:r>
              <a:t>Body Level Four</a:t>
            </a:r>
          </a:p>
          <a:p>
            <a:pPr lvl="4"/>
            <a:r>
              <a:t>Body Level Five</a:t>
            </a:r>
          </a:p>
        </p:txBody>
      </p:sp>
      <p:sp>
        <p:nvSpPr>
          <p:cNvPr id="4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x">
  <p:cSld name="Blank">
    <p:spTree>
      <p:nvGrpSpPr>
        <p:cNvPr id="1" name=""/>
        <p:cNvGrpSpPr/>
        <p:nvPr/>
      </p:nvGrpSpPr>
      <p:grpSpPr>
        <a:xfrm>
          <a:off x="0" y="0"/>
          <a:ext cx="0" cy="0"/>
          <a:chOff x="0" y="0"/>
          <a:chExt cx="0" cy="0"/>
        </a:xfrm>
      </p:grpSpPr>
      <p:sp>
        <p:nvSpPr>
          <p:cNvPr id="4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55" name="Title Text"/>
          <p:cNvSpPr txBox="1">
            <a:spLocks noGrp="1"/>
          </p:cNvSpPr>
          <p:nvPr>
            <p:ph type="title"/>
          </p:nvPr>
        </p:nvSpPr>
        <p:spPr>
          <a:prstGeom prst="rect">
            <a:avLst/>
          </a:prstGeom>
        </p:spPr>
        <p:txBody>
          <a:bodyPr/>
          <a:lstStyle/>
          <a:p>
            <a:r>
              <a:t>Title Text</a:t>
            </a:r>
          </a:p>
        </p:txBody>
      </p:sp>
      <p:sp>
        <p:nvSpPr>
          <p:cNvPr id="5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x">
  <p:cSld name="Title - Center">
    <p:spTree>
      <p:nvGrpSpPr>
        <p:cNvPr id="1" name=""/>
        <p:cNvGrpSpPr/>
        <p:nvPr/>
      </p:nvGrpSpPr>
      <p:grpSpPr>
        <a:xfrm>
          <a:off x="0" y="0"/>
          <a:ext cx="0" cy="0"/>
          <a:chOff x="0" y="0"/>
          <a:chExt cx="0" cy="0"/>
        </a:xfrm>
      </p:grpSpPr>
      <p:sp>
        <p:nvSpPr>
          <p:cNvPr id="63" name="Title Text"/>
          <p:cNvSpPr txBox="1">
            <a:spLocks noGrp="1"/>
          </p:cNvSpPr>
          <p:nvPr>
            <p:ph type="title"/>
          </p:nvPr>
        </p:nvSpPr>
        <p:spPr>
          <a:xfrm>
            <a:off x="401836" y="2607469"/>
            <a:ext cx="8340328" cy="1643063"/>
          </a:xfrm>
          <a:prstGeom prst="rect">
            <a:avLst/>
          </a:prstGeom>
        </p:spPr>
        <p:txBody>
          <a:bodyPr anchor="ctr"/>
          <a:lstStyle/>
          <a:p>
            <a:r>
              <a:t>Title Text</a:t>
            </a:r>
          </a:p>
        </p:txBody>
      </p:sp>
      <p:sp>
        <p:nvSpPr>
          <p:cNvPr id="64" name="Slide Number"/>
          <p:cNvSpPr txBox="1">
            <a:spLocks noGrp="1"/>
          </p:cNvSpPr>
          <p:nvPr>
            <p:ph type="sldNum" sz="quarter" idx="2"/>
          </p:nvPr>
        </p:nvSpPr>
        <p:spPr>
          <a:xfrm>
            <a:off x="8626078" y="6465094"/>
            <a:ext cx="219385" cy="210812"/>
          </a:xfrm>
          <a:prstGeom prst="rect">
            <a:avLst/>
          </a:prstGeom>
        </p:spPr>
        <p:txBody>
          <a:bodyPr/>
          <a:lstStyle>
            <a:lvl1pPr algn="l"/>
          </a:lstStyle>
          <a:p>
            <a:fld id="{86CB4B4D-7CA3-9044-876B-883B54F8677D}" type="slidenum">
              <a:t>‹#›</a:t>
            </a:fld>
            <a:endParaRPr/>
          </a:p>
        </p:txBody>
      </p:sp>
    </p:spTree>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tx">
  <p:cSld name="Photo - Horizontal">
    <p:spTree>
      <p:nvGrpSpPr>
        <p:cNvPr id="1" name=""/>
        <p:cNvGrpSpPr/>
        <p:nvPr/>
      </p:nvGrpSpPr>
      <p:grpSpPr>
        <a:xfrm>
          <a:off x="0" y="0"/>
          <a:ext cx="0" cy="0"/>
          <a:chOff x="0" y="0"/>
          <a:chExt cx="0" cy="0"/>
        </a:xfrm>
      </p:grpSpPr>
      <p:sp>
        <p:nvSpPr>
          <p:cNvPr id="71" name="Line"/>
          <p:cNvSpPr/>
          <p:nvPr/>
        </p:nvSpPr>
        <p:spPr>
          <a:xfrm>
            <a:off x="5304235" y="5607843"/>
            <a:ext cx="1" cy="1000216"/>
          </a:xfrm>
          <a:prstGeom prst="line">
            <a:avLst/>
          </a:prstGeom>
          <a:ln w="12700">
            <a:solidFill>
              <a:srgbClr val="9A9A9A"/>
            </a:solidFill>
            <a:miter lim="400000"/>
          </a:ln>
        </p:spPr>
        <p:txBody>
          <a:bodyPr lIns="35719" tIns="35719" rIns="35719" bIns="35719" anchor="ctr"/>
          <a:lstStyle/>
          <a:p>
            <a:endParaRPr/>
          </a:p>
        </p:txBody>
      </p:sp>
      <p:sp>
        <p:nvSpPr>
          <p:cNvPr id="72" name="Image"/>
          <p:cNvSpPr>
            <a:spLocks noGrp="1"/>
          </p:cNvSpPr>
          <p:nvPr>
            <p:ph type="pic" idx="13"/>
          </p:nvPr>
        </p:nvSpPr>
        <p:spPr>
          <a:xfrm>
            <a:off x="0" y="0"/>
            <a:ext cx="9144000" cy="5331023"/>
          </a:xfrm>
          <a:prstGeom prst="rect">
            <a:avLst/>
          </a:prstGeom>
        </p:spPr>
        <p:txBody>
          <a:bodyPr lIns="91439" tIns="45719" rIns="91439" bIns="45719">
            <a:noAutofit/>
          </a:bodyPr>
          <a:lstStyle/>
          <a:p>
            <a:endParaRPr/>
          </a:p>
        </p:txBody>
      </p:sp>
      <p:sp>
        <p:nvSpPr>
          <p:cNvPr id="73" name="Title Text"/>
          <p:cNvSpPr txBox="1">
            <a:spLocks noGrp="1"/>
          </p:cNvSpPr>
          <p:nvPr>
            <p:ph type="title"/>
          </p:nvPr>
        </p:nvSpPr>
        <p:spPr>
          <a:xfrm>
            <a:off x="991195" y="5473899"/>
            <a:ext cx="4071938" cy="1196578"/>
          </a:xfrm>
          <a:prstGeom prst="rect">
            <a:avLst/>
          </a:prstGeom>
        </p:spPr>
        <p:txBody>
          <a:bodyPr anchor="ctr"/>
          <a:lstStyle>
            <a:lvl1pPr algn="r"/>
          </a:lstStyle>
          <a:p>
            <a:r>
              <a:t>Title Text</a:t>
            </a:r>
          </a:p>
        </p:txBody>
      </p:sp>
      <p:sp>
        <p:nvSpPr>
          <p:cNvPr id="74" name="Body Level One…"/>
          <p:cNvSpPr txBox="1">
            <a:spLocks noGrp="1"/>
          </p:cNvSpPr>
          <p:nvPr>
            <p:ph type="body" sz="quarter" idx="1"/>
          </p:nvPr>
        </p:nvSpPr>
        <p:spPr>
          <a:xfrm>
            <a:off x="5518547" y="5956101"/>
            <a:ext cx="3482578" cy="357188"/>
          </a:xfrm>
          <a:prstGeom prst="rect">
            <a:avLst/>
          </a:prstGeom>
        </p:spPr>
        <p:txBody>
          <a:bodyPr/>
          <a:lstStyle>
            <a:lvl1pPr marL="0" indent="0">
              <a:spcBef>
                <a:spcPts val="0"/>
              </a:spcBef>
              <a:buSzTx/>
              <a:buNone/>
              <a:defRPr sz="1800">
                <a:solidFill>
                  <a:srgbClr val="A9A9A9"/>
                </a:solidFill>
              </a:defRPr>
            </a:lvl1pPr>
            <a:lvl2pPr marL="0" indent="0">
              <a:spcBef>
                <a:spcPts val="0"/>
              </a:spcBef>
              <a:buSzTx/>
              <a:buNone/>
              <a:defRPr>
                <a:solidFill>
                  <a:srgbClr val="A9A9A9"/>
                </a:solidFill>
              </a:defRPr>
            </a:lvl2pPr>
            <a:lvl3pPr marL="0" indent="0">
              <a:spcBef>
                <a:spcPts val="0"/>
              </a:spcBef>
              <a:buSzTx/>
              <a:buNone/>
              <a:defRPr>
                <a:solidFill>
                  <a:srgbClr val="A9A9A9"/>
                </a:solidFill>
              </a:defRPr>
            </a:lvl3pPr>
            <a:lvl4pPr marL="0" indent="0">
              <a:spcBef>
                <a:spcPts val="0"/>
              </a:spcBef>
              <a:buSzTx/>
              <a:buNone/>
              <a:defRPr>
                <a:solidFill>
                  <a:srgbClr val="A9A9A9"/>
                </a:solidFill>
              </a:defRPr>
            </a:lvl4pPr>
            <a:lvl5pPr marL="0" indent="0">
              <a:spcBef>
                <a:spcPts val="0"/>
              </a:spcBef>
              <a:buSzTx/>
              <a:buNone/>
              <a:defRPr>
                <a:solidFill>
                  <a:srgbClr val="A9A9A9"/>
                </a:solidFill>
              </a:defRPr>
            </a:lvl5pPr>
          </a:lstStyle>
          <a:p>
            <a:r>
              <a:t>Body Level One</a:t>
            </a:r>
          </a:p>
          <a:p>
            <a:pPr lvl="1"/>
            <a:r>
              <a:t>Body Level Two</a:t>
            </a:r>
          </a:p>
          <a:p>
            <a:pPr lvl="2"/>
            <a:r>
              <a:t>Body Level Three</a:t>
            </a:r>
          </a:p>
          <a:p>
            <a:pPr lvl="3"/>
            <a:r>
              <a:t>Body Level Four</a:t>
            </a:r>
          </a:p>
          <a:p>
            <a:pPr lvl="4"/>
            <a:r>
              <a:t>Body Level Five</a:t>
            </a:r>
          </a:p>
        </p:txBody>
      </p:sp>
      <p:sp>
        <p:nvSpPr>
          <p:cNvPr id="7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tx">
  <p:cSld name="Photo - Vertical">
    <p:spTree>
      <p:nvGrpSpPr>
        <p:cNvPr id="1" name=""/>
        <p:cNvGrpSpPr/>
        <p:nvPr/>
      </p:nvGrpSpPr>
      <p:grpSpPr>
        <a:xfrm>
          <a:off x="0" y="0"/>
          <a:ext cx="0" cy="0"/>
          <a:chOff x="0" y="0"/>
          <a:chExt cx="0" cy="0"/>
        </a:xfrm>
      </p:grpSpPr>
      <p:sp>
        <p:nvSpPr>
          <p:cNvPr id="82" name="Line"/>
          <p:cNvSpPr/>
          <p:nvPr/>
        </p:nvSpPr>
        <p:spPr>
          <a:xfrm>
            <a:off x="455414" y="3339704"/>
            <a:ext cx="3432742" cy="89"/>
          </a:xfrm>
          <a:prstGeom prst="line">
            <a:avLst/>
          </a:prstGeom>
          <a:ln w="12700">
            <a:solidFill>
              <a:srgbClr val="9A9A9A"/>
            </a:solidFill>
            <a:miter lim="400000"/>
          </a:ln>
        </p:spPr>
        <p:txBody>
          <a:bodyPr lIns="35719" tIns="35719" rIns="35719" bIns="35719" anchor="ctr"/>
          <a:lstStyle/>
          <a:p>
            <a:endParaRPr/>
          </a:p>
        </p:txBody>
      </p:sp>
      <p:sp>
        <p:nvSpPr>
          <p:cNvPr id="83" name="Image"/>
          <p:cNvSpPr>
            <a:spLocks noGrp="1"/>
          </p:cNvSpPr>
          <p:nvPr>
            <p:ph type="pic" idx="13"/>
          </p:nvPr>
        </p:nvSpPr>
        <p:spPr>
          <a:xfrm>
            <a:off x="4572000" y="0"/>
            <a:ext cx="4572000" cy="6920508"/>
          </a:xfrm>
          <a:prstGeom prst="rect">
            <a:avLst/>
          </a:prstGeom>
        </p:spPr>
        <p:txBody>
          <a:bodyPr lIns="91439" tIns="45719" rIns="91439" bIns="45719">
            <a:noAutofit/>
          </a:bodyPr>
          <a:lstStyle/>
          <a:p>
            <a:endParaRPr/>
          </a:p>
        </p:txBody>
      </p:sp>
      <p:sp>
        <p:nvSpPr>
          <p:cNvPr id="84" name="Title Text"/>
          <p:cNvSpPr txBox="1">
            <a:spLocks noGrp="1"/>
          </p:cNvSpPr>
          <p:nvPr>
            <p:ph type="title"/>
          </p:nvPr>
        </p:nvSpPr>
        <p:spPr>
          <a:xfrm>
            <a:off x="401836" y="928687"/>
            <a:ext cx="3571875" cy="2232422"/>
          </a:xfrm>
          <a:prstGeom prst="rect">
            <a:avLst/>
          </a:prstGeom>
        </p:spPr>
        <p:txBody>
          <a:bodyPr/>
          <a:lstStyle/>
          <a:p>
            <a:r>
              <a:t>Title Text</a:t>
            </a:r>
          </a:p>
        </p:txBody>
      </p:sp>
      <p:sp>
        <p:nvSpPr>
          <p:cNvPr id="85" name="Body Level One…"/>
          <p:cNvSpPr txBox="1">
            <a:spLocks noGrp="1"/>
          </p:cNvSpPr>
          <p:nvPr>
            <p:ph type="body" sz="quarter" idx="1"/>
          </p:nvPr>
        </p:nvSpPr>
        <p:spPr>
          <a:xfrm>
            <a:off x="401836" y="3527227"/>
            <a:ext cx="3571875" cy="2232422"/>
          </a:xfrm>
          <a:prstGeom prst="rect">
            <a:avLst/>
          </a:prstGeom>
        </p:spPr>
        <p:txBody>
          <a:bodyPr/>
          <a:lstStyle>
            <a:lvl1pPr marL="0" indent="0">
              <a:spcBef>
                <a:spcPts val="0"/>
              </a:spcBef>
              <a:buSzTx/>
              <a:buNone/>
              <a:defRPr sz="1800">
                <a:solidFill>
                  <a:srgbClr val="747474"/>
                </a:solidFill>
              </a:defRPr>
            </a:lvl1pPr>
            <a:lvl2pPr marL="0" indent="0">
              <a:spcBef>
                <a:spcPts val="0"/>
              </a:spcBef>
              <a:buSzTx/>
              <a:buNone/>
              <a:defRPr>
                <a:solidFill>
                  <a:srgbClr val="747474"/>
                </a:solidFill>
              </a:defRPr>
            </a:lvl2pPr>
            <a:lvl3pPr marL="0" indent="0">
              <a:spcBef>
                <a:spcPts val="0"/>
              </a:spcBef>
              <a:buSzTx/>
              <a:buNone/>
              <a:defRPr>
                <a:solidFill>
                  <a:srgbClr val="747474"/>
                </a:solidFill>
              </a:defRPr>
            </a:lvl3pPr>
            <a:lvl4pPr marL="0" indent="0">
              <a:spcBef>
                <a:spcPts val="0"/>
              </a:spcBef>
              <a:buSzTx/>
              <a:buNone/>
              <a:defRPr>
                <a:solidFill>
                  <a:srgbClr val="747474"/>
                </a:solidFill>
              </a:defRPr>
            </a:lvl4pPr>
            <a:lvl5pPr marL="0" indent="0">
              <a:spcBef>
                <a:spcPts val="0"/>
              </a:spcBef>
              <a:buSzTx/>
              <a:buNone/>
              <a:defRPr>
                <a:solidFill>
                  <a:srgbClr val="747474"/>
                </a:solidFill>
              </a:defRPr>
            </a:lvl5pPr>
          </a:lstStyle>
          <a:p>
            <a:r>
              <a:t>Body Level One</a:t>
            </a:r>
          </a:p>
          <a:p>
            <a:pPr lvl="1"/>
            <a:r>
              <a:t>Body Level Two</a:t>
            </a:r>
          </a:p>
          <a:p>
            <a:pPr lvl="2"/>
            <a:r>
              <a:t>Body Level Three</a:t>
            </a:r>
          </a:p>
          <a:p>
            <a:pPr lvl="3"/>
            <a:r>
              <a:t>Body Level Four</a:t>
            </a:r>
          </a:p>
          <a:p>
            <a:pPr lvl="4"/>
            <a:r>
              <a:t>Body Level Five</a:t>
            </a:r>
          </a:p>
        </p:txBody>
      </p:sp>
      <p:sp>
        <p:nvSpPr>
          <p:cNvPr id="86" name="Slide Number"/>
          <p:cNvSpPr txBox="1">
            <a:spLocks noGrp="1"/>
          </p:cNvSpPr>
          <p:nvPr>
            <p:ph type="sldNum" sz="quarter" idx="2"/>
          </p:nvPr>
        </p:nvSpPr>
        <p:spPr>
          <a:xfrm>
            <a:off x="357187" y="6465094"/>
            <a:ext cx="219385" cy="210812"/>
          </a:xfrm>
          <a:prstGeom prst="rect">
            <a:avLst/>
          </a:prstGeom>
        </p:spPr>
        <p:txBody>
          <a:bodyPr/>
          <a:lstStyle>
            <a:lvl1pPr algn="l"/>
          </a:lstStyle>
          <a:p>
            <a:fld id="{86CB4B4D-7CA3-9044-876B-883B54F8677D}" type="slidenum">
              <a:t>‹#›</a:t>
            </a:fld>
            <a:endParaRPr/>
          </a:p>
        </p:txBody>
      </p:sp>
    </p:spTree>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tx">
  <p:cSld name="Title, Bullets &amp; Photo">
    <p:spTree>
      <p:nvGrpSpPr>
        <p:cNvPr id="1" name=""/>
        <p:cNvGrpSpPr/>
        <p:nvPr/>
      </p:nvGrpSpPr>
      <p:grpSpPr>
        <a:xfrm>
          <a:off x="0" y="0"/>
          <a:ext cx="0" cy="0"/>
          <a:chOff x="0" y="0"/>
          <a:chExt cx="0" cy="0"/>
        </a:xfrm>
      </p:grpSpPr>
      <p:sp>
        <p:nvSpPr>
          <p:cNvPr id="93" name="Line"/>
          <p:cNvSpPr/>
          <p:nvPr/>
        </p:nvSpPr>
        <p:spPr>
          <a:xfrm>
            <a:off x="455414" y="1384102"/>
            <a:ext cx="3429047" cy="89"/>
          </a:xfrm>
          <a:prstGeom prst="line">
            <a:avLst/>
          </a:prstGeom>
          <a:ln w="12700">
            <a:solidFill>
              <a:srgbClr val="9A9A9A"/>
            </a:solidFill>
            <a:miter lim="400000"/>
          </a:ln>
        </p:spPr>
        <p:txBody>
          <a:bodyPr lIns="35719" tIns="35719" rIns="35719" bIns="35719" anchor="ctr"/>
          <a:lstStyle/>
          <a:p>
            <a:endParaRPr/>
          </a:p>
        </p:txBody>
      </p:sp>
      <p:sp>
        <p:nvSpPr>
          <p:cNvPr id="94" name="Image"/>
          <p:cNvSpPr>
            <a:spLocks noGrp="1"/>
          </p:cNvSpPr>
          <p:nvPr>
            <p:ph type="pic" idx="13"/>
          </p:nvPr>
        </p:nvSpPr>
        <p:spPr>
          <a:xfrm>
            <a:off x="4572000" y="0"/>
            <a:ext cx="4572000" cy="6920508"/>
          </a:xfrm>
          <a:prstGeom prst="rect">
            <a:avLst/>
          </a:prstGeom>
        </p:spPr>
        <p:txBody>
          <a:bodyPr lIns="91439" tIns="45719" rIns="91439" bIns="45719">
            <a:noAutofit/>
          </a:bodyPr>
          <a:lstStyle/>
          <a:p>
            <a:endParaRPr/>
          </a:p>
        </p:txBody>
      </p:sp>
      <p:sp>
        <p:nvSpPr>
          <p:cNvPr id="95" name="Title Text"/>
          <p:cNvSpPr txBox="1">
            <a:spLocks noGrp="1"/>
          </p:cNvSpPr>
          <p:nvPr>
            <p:ph type="title"/>
          </p:nvPr>
        </p:nvSpPr>
        <p:spPr>
          <a:xfrm>
            <a:off x="401836" y="232172"/>
            <a:ext cx="3571875" cy="982266"/>
          </a:xfrm>
          <a:prstGeom prst="rect">
            <a:avLst/>
          </a:prstGeom>
        </p:spPr>
        <p:txBody>
          <a:bodyPr/>
          <a:lstStyle/>
          <a:p>
            <a:r>
              <a:t>Title Text</a:t>
            </a:r>
          </a:p>
        </p:txBody>
      </p:sp>
      <p:sp>
        <p:nvSpPr>
          <p:cNvPr id="96" name="Body Level One…"/>
          <p:cNvSpPr txBox="1">
            <a:spLocks noGrp="1"/>
          </p:cNvSpPr>
          <p:nvPr>
            <p:ph type="body" sz="half" idx="1"/>
          </p:nvPr>
        </p:nvSpPr>
        <p:spPr>
          <a:xfrm>
            <a:off x="401836" y="1634133"/>
            <a:ext cx="3571875" cy="4616648"/>
          </a:xfrm>
          <a:prstGeom prst="rect">
            <a:avLst/>
          </a:prstGeom>
        </p:spPr>
        <p:txBody>
          <a:bodyPr/>
          <a:lstStyle>
            <a:lvl1pPr>
              <a:spcBef>
                <a:spcPts val="3375"/>
              </a:spcBef>
              <a:defRPr sz="1800">
                <a:solidFill>
                  <a:srgbClr val="747474"/>
                </a:solidFill>
              </a:defRPr>
            </a:lvl1pPr>
            <a:lvl2pPr>
              <a:spcBef>
                <a:spcPts val="3375"/>
              </a:spcBef>
              <a:defRPr>
                <a:solidFill>
                  <a:srgbClr val="747474"/>
                </a:solidFill>
              </a:defRPr>
            </a:lvl2pPr>
            <a:lvl3pPr>
              <a:spcBef>
                <a:spcPts val="3375"/>
              </a:spcBef>
              <a:defRPr>
                <a:solidFill>
                  <a:srgbClr val="747474"/>
                </a:solidFill>
              </a:defRPr>
            </a:lvl3pPr>
            <a:lvl4pPr>
              <a:spcBef>
                <a:spcPts val="3375"/>
              </a:spcBef>
              <a:defRPr>
                <a:solidFill>
                  <a:srgbClr val="747474"/>
                </a:solidFill>
              </a:defRPr>
            </a:lvl4pPr>
            <a:lvl5pPr>
              <a:spcBef>
                <a:spcPts val="3375"/>
              </a:spcBef>
              <a:defRPr>
                <a:solidFill>
                  <a:srgbClr val="747474"/>
                </a:solidFill>
              </a:defRPr>
            </a:lvl5pPr>
          </a:lstStyle>
          <a:p>
            <a:r>
              <a:t>Body Level One</a:t>
            </a:r>
          </a:p>
          <a:p>
            <a:pPr lvl="1"/>
            <a:r>
              <a:t>Body Level Two</a:t>
            </a:r>
          </a:p>
          <a:p>
            <a:pPr lvl="2"/>
            <a:r>
              <a:t>Body Level Three</a:t>
            </a:r>
          </a:p>
          <a:p>
            <a:pPr lvl="3"/>
            <a:r>
              <a:t>Body Level Four</a:t>
            </a:r>
          </a:p>
          <a:p>
            <a:pPr lvl="4"/>
            <a:r>
              <a:t>Body Level Five</a:t>
            </a:r>
          </a:p>
        </p:txBody>
      </p:sp>
      <p:sp>
        <p:nvSpPr>
          <p:cNvPr id="97" name="Slide Number"/>
          <p:cNvSpPr txBox="1">
            <a:spLocks noGrp="1"/>
          </p:cNvSpPr>
          <p:nvPr>
            <p:ph type="sldNum" sz="quarter" idx="2"/>
          </p:nvPr>
        </p:nvSpPr>
        <p:spPr>
          <a:xfrm>
            <a:off x="359116" y="6465094"/>
            <a:ext cx="219385" cy="210812"/>
          </a:xfrm>
          <a:prstGeom prst="rect">
            <a:avLst/>
          </a:prstGeom>
        </p:spPr>
        <p:txBody>
          <a:bodyPr/>
          <a:lstStyle>
            <a:lvl1pPr algn="l"/>
          </a:lstStyle>
          <a:p>
            <a:fld id="{86CB4B4D-7CA3-9044-876B-883B54F8677D}" type="slidenum">
              <a:t>‹#›</a:t>
            </a:fld>
            <a:endParaRPr/>
          </a:p>
        </p:txBody>
      </p:sp>
    </p:spTree>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tx">
  <p:cSld name="Photo - 2 Up Landscape">
    <p:spTree>
      <p:nvGrpSpPr>
        <p:cNvPr id="1" name=""/>
        <p:cNvGrpSpPr/>
        <p:nvPr/>
      </p:nvGrpSpPr>
      <p:grpSpPr>
        <a:xfrm>
          <a:off x="0" y="0"/>
          <a:ext cx="0" cy="0"/>
          <a:chOff x="0" y="0"/>
          <a:chExt cx="0" cy="0"/>
        </a:xfrm>
      </p:grpSpPr>
      <p:sp>
        <p:nvSpPr>
          <p:cNvPr id="104" name="Line"/>
          <p:cNvSpPr/>
          <p:nvPr/>
        </p:nvSpPr>
        <p:spPr>
          <a:xfrm flipH="1">
            <a:off x="4572000" y="1268016"/>
            <a:ext cx="1" cy="3036094"/>
          </a:xfrm>
          <a:prstGeom prst="line">
            <a:avLst/>
          </a:prstGeom>
          <a:ln w="12700">
            <a:solidFill>
              <a:srgbClr val="ABABAB"/>
            </a:solidFill>
            <a:miter lim="400000"/>
          </a:ln>
        </p:spPr>
        <p:txBody>
          <a:bodyPr lIns="35719" tIns="35719" rIns="35719" bIns="35719" anchor="ctr"/>
          <a:lstStyle/>
          <a:p>
            <a:endParaRPr/>
          </a:p>
        </p:txBody>
      </p:sp>
      <p:sp>
        <p:nvSpPr>
          <p:cNvPr id="105" name="Image"/>
          <p:cNvSpPr>
            <a:spLocks noGrp="1"/>
          </p:cNvSpPr>
          <p:nvPr>
            <p:ph type="pic" sz="quarter" idx="13"/>
          </p:nvPr>
        </p:nvSpPr>
        <p:spPr>
          <a:xfrm>
            <a:off x="4688086" y="1268016"/>
            <a:ext cx="4089797" cy="3036094"/>
          </a:xfrm>
          <a:prstGeom prst="rect">
            <a:avLst/>
          </a:prstGeom>
        </p:spPr>
        <p:txBody>
          <a:bodyPr lIns="91439" tIns="45719" rIns="91439" bIns="45719">
            <a:noAutofit/>
          </a:bodyPr>
          <a:lstStyle/>
          <a:p>
            <a:endParaRPr/>
          </a:p>
        </p:txBody>
      </p:sp>
      <p:sp>
        <p:nvSpPr>
          <p:cNvPr id="106" name="Image"/>
          <p:cNvSpPr>
            <a:spLocks noGrp="1"/>
          </p:cNvSpPr>
          <p:nvPr>
            <p:ph type="pic" sz="quarter" idx="14"/>
          </p:nvPr>
        </p:nvSpPr>
        <p:spPr>
          <a:xfrm>
            <a:off x="366117" y="1268016"/>
            <a:ext cx="4080867" cy="3036094"/>
          </a:xfrm>
          <a:prstGeom prst="rect">
            <a:avLst/>
          </a:prstGeom>
        </p:spPr>
        <p:txBody>
          <a:bodyPr lIns="91439" tIns="45719" rIns="91439" bIns="45719">
            <a:noAutofit/>
          </a:bodyPr>
          <a:lstStyle/>
          <a:p>
            <a:endParaRPr/>
          </a:p>
        </p:txBody>
      </p:sp>
      <p:sp>
        <p:nvSpPr>
          <p:cNvPr id="107" name="Body Level One…"/>
          <p:cNvSpPr txBox="1">
            <a:spLocks noGrp="1"/>
          </p:cNvSpPr>
          <p:nvPr>
            <p:ph type="body" sz="quarter" idx="1"/>
          </p:nvPr>
        </p:nvSpPr>
        <p:spPr>
          <a:xfrm>
            <a:off x="303609" y="6197203"/>
            <a:ext cx="5804297" cy="571500"/>
          </a:xfrm>
          <a:prstGeom prst="rect">
            <a:avLst/>
          </a:prstGeom>
        </p:spPr>
        <p:txBody>
          <a:bodyPr/>
          <a:lstStyle>
            <a:lvl1pPr marL="0" indent="0">
              <a:spcBef>
                <a:spcPts val="0"/>
              </a:spcBef>
              <a:buSzTx/>
              <a:buNone/>
              <a:defRPr sz="1400">
                <a:solidFill>
                  <a:srgbClr val="868686"/>
                </a:solidFill>
              </a:defRPr>
            </a:lvl1pPr>
            <a:lvl2pPr marL="0" indent="0">
              <a:spcBef>
                <a:spcPts val="0"/>
              </a:spcBef>
              <a:buSzTx/>
              <a:buNone/>
              <a:defRPr sz="1400">
                <a:solidFill>
                  <a:srgbClr val="868686"/>
                </a:solidFill>
              </a:defRPr>
            </a:lvl2pPr>
            <a:lvl3pPr marL="0" indent="0">
              <a:spcBef>
                <a:spcPts val="0"/>
              </a:spcBef>
              <a:buSzTx/>
              <a:buNone/>
              <a:defRPr sz="1400">
                <a:solidFill>
                  <a:srgbClr val="868686"/>
                </a:solidFill>
              </a:defRPr>
            </a:lvl3pPr>
            <a:lvl4pPr marL="0" indent="0">
              <a:spcBef>
                <a:spcPts val="0"/>
              </a:spcBef>
              <a:buSzTx/>
              <a:buNone/>
              <a:defRPr sz="1400">
                <a:solidFill>
                  <a:srgbClr val="868686"/>
                </a:solidFill>
              </a:defRPr>
            </a:lvl4pPr>
            <a:lvl5pPr marL="0" indent="0">
              <a:spcBef>
                <a:spcPts val="0"/>
              </a:spcBef>
              <a:buSzTx/>
              <a:buNone/>
              <a:defRPr sz="1400">
                <a:solidFill>
                  <a:srgbClr val="868686"/>
                </a:solidFill>
              </a:defRPr>
            </a:lvl5pPr>
          </a:lstStyle>
          <a:p>
            <a:r>
              <a:t>Body Level One</a:t>
            </a:r>
          </a:p>
          <a:p>
            <a:pPr lvl="1"/>
            <a:r>
              <a:t>Body Level Two</a:t>
            </a:r>
          </a:p>
          <a:p>
            <a:pPr lvl="2"/>
            <a:r>
              <a:t>Body Level Three</a:t>
            </a:r>
          </a:p>
          <a:p>
            <a:pPr lvl="3"/>
            <a:r>
              <a:t>Body Level Four</a:t>
            </a:r>
          </a:p>
          <a:p>
            <a:pPr lvl="4"/>
            <a:r>
              <a:t>Body Level Five</a:t>
            </a:r>
          </a:p>
        </p:txBody>
      </p:sp>
      <p:sp>
        <p:nvSpPr>
          <p:cNvPr id="10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x">
  <p:cSld name="Photo - 2 Up Portrait &amp; Landscape">
    <p:spTree>
      <p:nvGrpSpPr>
        <p:cNvPr id="1" name=""/>
        <p:cNvGrpSpPr/>
        <p:nvPr/>
      </p:nvGrpSpPr>
      <p:grpSpPr>
        <a:xfrm>
          <a:off x="0" y="0"/>
          <a:ext cx="0" cy="0"/>
          <a:chOff x="0" y="0"/>
          <a:chExt cx="0" cy="0"/>
        </a:xfrm>
      </p:grpSpPr>
      <p:sp>
        <p:nvSpPr>
          <p:cNvPr id="115" name="Line"/>
          <p:cNvSpPr/>
          <p:nvPr/>
        </p:nvSpPr>
        <p:spPr>
          <a:xfrm flipH="1">
            <a:off x="3116460" y="1250156"/>
            <a:ext cx="1" cy="3554016"/>
          </a:xfrm>
          <a:prstGeom prst="line">
            <a:avLst/>
          </a:prstGeom>
          <a:ln w="12700">
            <a:solidFill>
              <a:srgbClr val="ABABAB"/>
            </a:solidFill>
            <a:miter lim="400000"/>
          </a:ln>
        </p:spPr>
        <p:txBody>
          <a:bodyPr lIns="35719" tIns="35719" rIns="35719" bIns="35719" anchor="ctr"/>
          <a:lstStyle/>
          <a:p>
            <a:endParaRPr/>
          </a:p>
        </p:txBody>
      </p:sp>
      <p:sp>
        <p:nvSpPr>
          <p:cNvPr id="116" name="Image"/>
          <p:cNvSpPr>
            <a:spLocks noGrp="1"/>
          </p:cNvSpPr>
          <p:nvPr>
            <p:ph type="pic" sz="quarter" idx="13"/>
          </p:nvPr>
        </p:nvSpPr>
        <p:spPr>
          <a:xfrm>
            <a:off x="366117" y="1250156"/>
            <a:ext cx="2643188" cy="3554016"/>
          </a:xfrm>
          <a:prstGeom prst="rect">
            <a:avLst/>
          </a:prstGeom>
        </p:spPr>
        <p:txBody>
          <a:bodyPr lIns="91439" tIns="45719" rIns="91439" bIns="45719">
            <a:noAutofit/>
          </a:bodyPr>
          <a:lstStyle/>
          <a:p>
            <a:endParaRPr/>
          </a:p>
        </p:txBody>
      </p:sp>
      <p:sp>
        <p:nvSpPr>
          <p:cNvPr id="117" name="Image"/>
          <p:cNvSpPr>
            <a:spLocks noGrp="1"/>
          </p:cNvSpPr>
          <p:nvPr>
            <p:ph type="pic" sz="half" idx="14"/>
          </p:nvPr>
        </p:nvSpPr>
        <p:spPr>
          <a:xfrm>
            <a:off x="3250406" y="1250156"/>
            <a:ext cx="5545336" cy="3554016"/>
          </a:xfrm>
          <a:prstGeom prst="rect">
            <a:avLst/>
          </a:prstGeom>
        </p:spPr>
        <p:txBody>
          <a:bodyPr lIns="91439" tIns="45719" rIns="91439" bIns="45719">
            <a:noAutofit/>
          </a:bodyPr>
          <a:lstStyle/>
          <a:p>
            <a:endParaRPr/>
          </a:p>
        </p:txBody>
      </p:sp>
      <p:sp>
        <p:nvSpPr>
          <p:cNvPr id="118" name="Body Level One…"/>
          <p:cNvSpPr txBox="1">
            <a:spLocks noGrp="1"/>
          </p:cNvSpPr>
          <p:nvPr>
            <p:ph type="body" sz="quarter" idx="1"/>
          </p:nvPr>
        </p:nvSpPr>
        <p:spPr>
          <a:xfrm>
            <a:off x="303609" y="6197203"/>
            <a:ext cx="5804297" cy="571500"/>
          </a:xfrm>
          <a:prstGeom prst="rect">
            <a:avLst/>
          </a:prstGeom>
        </p:spPr>
        <p:txBody>
          <a:bodyPr/>
          <a:lstStyle>
            <a:lvl1pPr marL="0" indent="0">
              <a:spcBef>
                <a:spcPts val="0"/>
              </a:spcBef>
              <a:buSzTx/>
              <a:buNone/>
              <a:defRPr sz="1400">
                <a:solidFill>
                  <a:srgbClr val="868686"/>
                </a:solidFill>
              </a:defRPr>
            </a:lvl1pPr>
            <a:lvl2pPr marL="0" indent="0">
              <a:spcBef>
                <a:spcPts val="0"/>
              </a:spcBef>
              <a:buSzTx/>
              <a:buNone/>
              <a:defRPr sz="1400">
                <a:solidFill>
                  <a:srgbClr val="868686"/>
                </a:solidFill>
              </a:defRPr>
            </a:lvl2pPr>
            <a:lvl3pPr marL="0" indent="0">
              <a:spcBef>
                <a:spcPts val="0"/>
              </a:spcBef>
              <a:buSzTx/>
              <a:buNone/>
              <a:defRPr sz="1400">
                <a:solidFill>
                  <a:srgbClr val="868686"/>
                </a:solidFill>
              </a:defRPr>
            </a:lvl3pPr>
            <a:lvl4pPr marL="0" indent="0">
              <a:spcBef>
                <a:spcPts val="0"/>
              </a:spcBef>
              <a:buSzTx/>
              <a:buNone/>
              <a:defRPr sz="1400">
                <a:solidFill>
                  <a:srgbClr val="868686"/>
                </a:solidFill>
              </a:defRPr>
            </a:lvl4pPr>
            <a:lvl5pPr marL="0" indent="0">
              <a:spcBef>
                <a:spcPts val="0"/>
              </a:spcBef>
              <a:buSzTx/>
              <a:buNone/>
              <a:defRPr sz="1400">
                <a:solidFill>
                  <a:srgbClr val="868686"/>
                </a:solidFill>
              </a:defRPr>
            </a:lvl5pPr>
          </a:lstStyle>
          <a:p>
            <a:r>
              <a:t>Body Level One</a:t>
            </a:r>
          </a:p>
          <a:p>
            <a:pPr lvl="1"/>
            <a:r>
              <a:t>Body Level Two</a:t>
            </a:r>
          </a:p>
          <a:p>
            <a:pPr lvl="2"/>
            <a:r>
              <a:t>Body Level Three</a:t>
            </a:r>
          </a:p>
          <a:p>
            <a:pPr lvl="3"/>
            <a:r>
              <a:t>Body Level Four</a:t>
            </a:r>
          </a:p>
          <a:p>
            <a:pPr lvl="4"/>
            <a:r>
              <a:t>Body Level Five</a:t>
            </a:r>
          </a:p>
        </p:txBody>
      </p:sp>
      <p:sp>
        <p:nvSpPr>
          <p:cNvPr id="11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tx">
  <p:cSld name="Photo - 2 Up Portrait">
    <p:spTree>
      <p:nvGrpSpPr>
        <p:cNvPr id="1" name=""/>
        <p:cNvGrpSpPr/>
        <p:nvPr/>
      </p:nvGrpSpPr>
      <p:grpSpPr>
        <a:xfrm>
          <a:off x="0" y="0"/>
          <a:ext cx="0" cy="0"/>
          <a:chOff x="0" y="0"/>
          <a:chExt cx="0" cy="0"/>
        </a:xfrm>
      </p:grpSpPr>
      <p:sp>
        <p:nvSpPr>
          <p:cNvPr id="126" name="Line"/>
          <p:cNvSpPr/>
          <p:nvPr/>
        </p:nvSpPr>
        <p:spPr>
          <a:xfrm flipH="1">
            <a:off x="4563070" y="357188"/>
            <a:ext cx="1" cy="5634655"/>
          </a:xfrm>
          <a:prstGeom prst="line">
            <a:avLst/>
          </a:prstGeom>
          <a:ln w="12700">
            <a:solidFill>
              <a:srgbClr val="ABABAB"/>
            </a:solidFill>
            <a:miter lim="400000"/>
          </a:ln>
        </p:spPr>
        <p:txBody>
          <a:bodyPr lIns="35719" tIns="35719" rIns="35719" bIns="35719" anchor="ctr"/>
          <a:lstStyle/>
          <a:p>
            <a:endParaRPr/>
          </a:p>
        </p:txBody>
      </p:sp>
      <p:sp>
        <p:nvSpPr>
          <p:cNvPr id="127" name="Image"/>
          <p:cNvSpPr>
            <a:spLocks noGrp="1"/>
          </p:cNvSpPr>
          <p:nvPr>
            <p:ph type="pic" sz="half" idx="13"/>
          </p:nvPr>
        </p:nvSpPr>
        <p:spPr>
          <a:xfrm>
            <a:off x="330399" y="321469"/>
            <a:ext cx="4107656" cy="5670352"/>
          </a:xfrm>
          <a:prstGeom prst="rect">
            <a:avLst/>
          </a:prstGeom>
        </p:spPr>
        <p:txBody>
          <a:bodyPr lIns="91439" tIns="45719" rIns="91439" bIns="45719">
            <a:noAutofit/>
          </a:bodyPr>
          <a:lstStyle/>
          <a:p>
            <a:endParaRPr/>
          </a:p>
        </p:txBody>
      </p:sp>
      <p:sp>
        <p:nvSpPr>
          <p:cNvPr id="128" name="Image"/>
          <p:cNvSpPr>
            <a:spLocks noGrp="1"/>
          </p:cNvSpPr>
          <p:nvPr>
            <p:ph type="pic" sz="half" idx="14"/>
          </p:nvPr>
        </p:nvSpPr>
        <p:spPr>
          <a:xfrm>
            <a:off x="4679156" y="357187"/>
            <a:ext cx="4098727" cy="5634633"/>
          </a:xfrm>
          <a:prstGeom prst="rect">
            <a:avLst/>
          </a:prstGeom>
        </p:spPr>
        <p:txBody>
          <a:bodyPr lIns="91439" tIns="45719" rIns="91439" bIns="45719">
            <a:noAutofit/>
          </a:bodyPr>
          <a:lstStyle/>
          <a:p>
            <a:endParaRPr/>
          </a:p>
        </p:txBody>
      </p:sp>
      <p:sp>
        <p:nvSpPr>
          <p:cNvPr id="129" name="Body Level One…"/>
          <p:cNvSpPr txBox="1">
            <a:spLocks noGrp="1"/>
          </p:cNvSpPr>
          <p:nvPr>
            <p:ph type="body" sz="quarter" idx="1"/>
          </p:nvPr>
        </p:nvSpPr>
        <p:spPr>
          <a:xfrm>
            <a:off x="303609" y="6197203"/>
            <a:ext cx="5804297" cy="571500"/>
          </a:xfrm>
          <a:prstGeom prst="rect">
            <a:avLst/>
          </a:prstGeom>
        </p:spPr>
        <p:txBody>
          <a:bodyPr/>
          <a:lstStyle>
            <a:lvl1pPr marL="0" indent="0">
              <a:spcBef>
                <a:spcPts val="0"/>
              </a:spcBef>
              <a:buSzTx/>
              <a:buNone/>
              <a:defRPr sz="1400">
                <a:solidFill>
                  <a:srgbClr val="868686"/>
                </a:solidFill>
              </a:defRPr>
            </a:lvl1pPr>
            <a:lvl2pPr marL="0" indent="0">
              <a:spcBef>
                <a:spcPts val="0"/>
              </a:spcBef>
              <a:buSzTx/>
              <a:buNone/>
              <a:defRPr sz="1400">
                <a:solidFill>
                  <a:srgbClr val="868686"/>
                </a:solidFill>
              </a:defRPr>
            </a:lvl2pPr>
            <a:lvl3pPr marL="0" indent="0">
              <a:spcBef>
                <a:spcPts val="0"/>
              </a:spcBef>
              <a:buSzTx/>
              <a:buNone/>
              <a:defRPr sz="1400">
                <a:solidFill>
                  <a:srgbClr val="868686"/>
                </a:solidFill>
              </a:defRPr>
            </a:lvl3pPr>
            <a:lvl4pPr marL="0" indent="0">
              <a:spcBef>
                <a:spcPts val="0"/>
              </a:spcBef>
              <a:buSzTx/>
              <a:buNone/>
              <a:defRPr sz="1400">
                <a:solidFill>
                  <a:srgbClr val="868686"/>
                </a:solidFill>
              </a:defRPr>
            </a:lvl4pPr>
            <a:lvl5pPr marL="0" indent="0">
              <a:spcBef>
                <a:spcPts val="0"/>
              </a:spcBef>
              <a:buSzTx/>
              <a:buNone/>
              <a:defRPr sz="1400">
                <a:solidFill>
                  <a:srgbClr val="868686"/>
                </a:solidFill>
              </a:defRPr>
            </a:lvl5pPr>
          </a:lstStyle>
          <a:p>
            <a:r>
              <a:t>Body Level One</a:t>
            </a:r>
          </a:p>
          <a:p>
            <a:pPr lvl="1"/>
            <a:r>
              <a:t>Body Level Two</a:t>
            </a:r>
          </a:p>
          <a:p>
            <a:pPr lvl="2"/>
            <a:r>
              <a:t>Body Level Three</a:t>
            </a:r>
          </a:p>
          <a:p>
            <a:pPr lvl="3"/>
            <a:r>
              <a:t>Body Level Four</a:t>
            </a:r>
          </a:p>
          <a:p>
            <a:pPr lvl="4"/>
            <a:r>
              <a:t>Body Level Five</a:t>
            </a:r>
          </a:p>
        </p:txBody>
      </p:sp>
      <p:sp>
        <p:nvSpPr>
          <p:cNvPr id="13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tx">
  <p:cSld name="Photo - 3 Up Portrait">
    <p:spTree>
      <p:nvGrpSpPr>
        <p:cNvPr id="1" name=""/>
        <p:cNvGrpSpPr/>
        <p:nvPr/>
      </p:nvGrpSpPr>
      <p:grpSpPr>
        <a:xfrm>
          <a:off x="0" y="0"/>
          <a:ext cx="0" cy="0"/>
          <a:chOff x="0" y="0"/>
          <a:chExt cx="0" cy="0"/>
        </a:xfrm>
      </p:grpSpPr>
      <p:sp>
        <p:nvSpPr>
          <p:cNvPr id="137" name="Line"/>
          <p:cNvSpPr/>
          <p:nvPr/>
        </p:nvSpPr>
        <p:spPr>
          <a:xfrm flipH="1">
            <a:off x="3125389" y="1250134"/>
            <a:ext cx="1" cy="3563002"/>
          </a:xfrm>
          <a:prstGeom prst="line">
            <a:avLst/>
          </a:prstGeom>
          <a:ln w="12700">
            <a:solidFill>
              <a:srgbClr val="ABABAB"/>
            </a:solidFill>
            <a:miter lim="400000"/>
          </a:ln>
        </p:spPr>
        <p:txBody>
          <a:bodyPr lIns="35719" tIns="35719" rIns="35719" bIns="35719" anchor="ctr"/>
          <a:lstStyle/>
          <a:p>
            <a:endParaRPr/>
          </a:p>
        </p:txBody>
      </p:sp>
      <p:sp>
        <p:nvSpPr>
          <p:cNvPr id="138" name="Line"/>
          <p:cNvSpPr/>
          <p:nvPr/>
        </p:nvSpPr>
        <p:spPr>
          <a:xfrm flipH="1">
            <a:off x="6009678" y="1250134"/>
            <a:ext cx="1" cy="3563002"/>
          </a:xfrm>
          <a:prstGeom prst="line">
            <a:avLst/>
          </a:prstGeom>
          <a:ln w="12700">
            <a:solidFill>
              <a:srgbClr val="ABABAB"/>
            </a:solidFill>
            <a:miter lim="400000"/>
          </a:ln>
        </p:spPr>
        <p:txBody>
          <a:bodyPr lIns="35719" tIns="35719" rIns="35719" bIns="35719" anchor="ctr"/>
          <a:lstStyle/>
          <a:p>
            <a:endParaRPr/>
          </a:p>
        </p:txBody>
      </p:sp>
      <p:sp>
        <p:nvSpPr>
          <p:cNvPr id="139" name="Image"/>
          <p:cNvSpPr>
            <a:spLocks noGrp="1"/>
          </p:cNvSpPr>
          <p:nvPr>
            <p:ph type="pic" sz="quarter" idx="13"/>
          </p:nvPr>
        </p:nvSpPr>
        <p:spPr>
          <a:xfrm>
            <a:off x="357187" y="1250156"/>
            <a:ext cx="2661047" cy="3562945"/>
          </a:xfrm>
          <a:prstGeom prst="rect">
            <a:avLst/>
          </a:prstGeom>
        </p:spPr>
        <p:txBody>
          <a:bodyPr lIns="91439" tIns="45719" rIns="91439" bIns="45719">
            <a:noAutofit/>
          </a:bodyPr>
          <a:lstStyle/>
          <a:p>
            <a:endParaRPr/>
          </a:p>
        </p:txBody>
      </p:sp>
      <p:sp>
        <p:nvSpPr>
          <p:cNvPr id="140" name="Image"/>
          <p:cNvSpPr>
            <a:spLocks noGrp="1"/>
          </p:cNvSpPr>
          <p:nvPr>
            <p:ph type="pic" sz="quarter" idx="14"/>
          </p:nvPr>
        </p:nvSpPr>
        <p:spPr>
          <a:xfrm>
            <a:off x="6134695" y="1250156"/>
            <a:ext cx="2643188" cy="3562945"/>
          </a:xfrm>
          <a:prstGeom prst="rect">
            <a:avLst/>
          </a:prstGeom>
        </p:spPr>
        <p:txBody>
          <a:bodyPr lIns="91439" tIns="45719" rIns="91439" bIns="45719">
            <a:noAutofit/>
          </a:bodyPr>
          <a:lstStyle/>
          <a:p>
            <a:endParaRPr/>
          </a:p>
        </p:txBody>
      </p:sp>
      <p:sp>
        <p:nvSpPr>
          <p:cNvPr id="141" name="Image"/>
          <p:cNvSpPr>
            <a:spLocks noGrp="1"/>
          </p:cNvSpPr>
          <p:nvPr>
            <p:ph type="pic" sz="quarter" idx="15"/>
          </p:nvPr>
        </p:nvSpPr>
        <p:spPr>
          <a:xfrm>
            <a:off x="3250406" y="1250156"/>
            <a:ext cx="2661047" cy="3562945"/>
          </a:xfrm>
          <a:prstGeom prst="rect">
            <a:avLst/>
          </a:prstGeom>
        </p:spPr>
        <p:txBody>
          <a:bodyPr lIns="91439" tIns="45719" rIns="91439" bIns="45719">
            <a:noAutofit/>
          </a:bodyPr>
          <a:lstStyle/>
          <a:p>
            <a:endParaRPr/>
          </a:p>
        </p:txBody>
      </p:sp>
      <p:sp>
        <p:nvSpPr>
          <p:cNvPr id="142" name="Body Level One…"/>
          <p:cNvSpPr txBox="1">
            <a:spLocks noGrp="1"/>
          </p:cNvSpPr>
          <p:nvPr>
            <p:ph type="body" sz="quarter" idx="1"/>
          </p:nvPr>
        </p:nvSpPr>
        <p:spPr>
          <a:xfrm>
            <a:off x="303609" y="6197203"/>
            <a:ext cx="5804297" cy="571500"/>
          </a:xfrm>
          <a:prstGeom prst="rect">
            <a:avLst/>
          </a:prstGeom>
        </p:spPr>
        <p:txBody>
          <a:bodyPr/>
          <a:lstStyle>
            <a:lvl1pPr marL="0" indent="0">
              <a:spcBef>
                <a:spcPts val="0"/>
              </a:spcBef>
              <a:buSzTx/>
              <a:buNone/>
              <a:defRPr sz="1400">
                <a:solidFill>
                  <a:srgbClr val="868686"/>
                </a:solidFill>
              </a:defRPr>
            </a:lvl1pPr>
            <a:lvl2pPr marL="0" indent="0">
              <a:spcBef>
                <a:spcPts val="0"/>
              </a:spcBef>
              <a:buSzTx/>
              <a:buNone/>
              <a:defRPr sz="1400">
                <a:solidFill>
                  <a:srgbClr val="868686"/>
                </a:solidFill>
              </a:defRPr>
            </a:lvl2pPr>
            <a:lvl3pPr marL="0" indent="0">
              <a:spcBef>
                <a:spcPts val="0"/>
              </a:spcBef>
              <a:buSzTx/>
              <a:buNone/>
              <a:defRPr sz="1400">
                <a:solidFill>
                  <a:srgbClr val="868686"/>
                </a:solidFill>
              </a:defRPr>
            </a:lvl3pPr>
            <a:lvl4pPr marL="0" indent="0">
              <a:spcBef>
                <a:spcPts val="0"/>
              </a:spcBef>
              <a:buSzTx/>
              <a:buNone/>
              <a:defRPr sz="1400">
                <a:solidFill>
                  <a:srgbClr val="868686"/>
                </a:solidFill>
              </a:defRPr>
            </a:lvl4pPr>
            <a:lvl5pPr marL="0" indent="0">
              <a:spcBef>
                <a:spcPts val="0"/>
              </a:spcBef>
              <a:buSzTx/>
              <a:buNone/>
              <a:defRPr sz="1400">
                <a:solidFill>
                  <a:srgbClr val="868686"/>
                </a:solidFill>
              </a:defRPr>
            </a:lvl5pPr>
          </a:lstStyle>
          <a:p>
            <a:r>
              <a:t>Body Level One</a:t>
            </a:r>
          </a:p>
          <a:p>
            <a:pPr lvl="1"/>
            <a:r>
              <a:t>Body Level Two</a:t>
            </a:r>
          </a:p>
          <a:p>
            <a:pPr lvl="2"/>
            <a:r>
              <a:t>Body Level Three</a:t>
            </a:r>
          </a:p>
          <a:p>
            <a:pPr lvl="3"/>
            <a:r>
              <a:t>Body Level Four</a:t>
            </a:r>
          </a:p>
          <a:p>
            <a:pPr lvl="4"/>
            <a:r>
              <a:t>Body Level Five</a:t>
            </a:r>
          </a:p>
        </p:txBody>
      </p:sp>
      <p:sp>
        <p:nvSpPr>
          <p:cNvPr id="14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tx">
  <p:cSld name="Photo - Big">
    <p:spTree>
      <p:nvGrpSpPr>
        <p:cNvPr id="1" name=""/>
        <p:cNvGrpSpPr/>
        <p:nvPr/>
      </p:nvGrpSpPr>
      <p:grpSpPr>
        <a:xfrm>
          <a:off x="0" y="0"/>
          <a:ext cx="0" cy="0"/>
          <a:chOff x="0" y="0"/>
          <a:chExt cx="0" cy="0"/>
        </a:xfrm>
      </p:grpSpPr>
      <p:sp>
        <p:nvSpPr>
          <p:cNvPr id="150" name="Image"/>
          <p:cNvSpPr>
            <a:spLocks noGrp="1"/>
          </p:cNvSpPr>
          <p:nvPr>
            <p:ph type="pic" idx="13"/>
          </p:nvPr>
        </p:nvSpPr>
        <p:spPr>
          <a:xfrm>
            <a:off x="375047" y="357188"/>
            <a:ext cx="8393906" cy="5598914"/>
          </a:xfrm>
          <a:prstGeom prst="rect">
            <a:avLst/>
          </a:prstGeom>
        </p:spPr>
        <p:txBody>
          <a:bodyPr lIns="91439" tIns="45719" rIns="91439" bIns="45719">
            <a:noAutofit/>
          </a:bodyPr>
          <a:lstStyle/>
          <a:p>
            <a:endParaRPr/>
          </a:p>
        </p:txBody>
      </p:sp>
      <p:sp>
        <p:nvSpPr>
          <p:cNvPr id="151" name="Body Level One…"/>
          <p:cNvSpPr txBox="1">
            <a:spLocks noGrp="1"/>
          </p:cNvSpPr>
          <p:nvPr>
            <p:ph type="body" sz="quarter" idx="1"/>
          </p:nvPr>
        </p:nvSpPr>
        <p:spPr>
          <a:xfrm>
            <a:off x="303609" y="6197203"/>
            <a:ext cx="5804297" cy="571500"/>
          </a:xfrm>
          <a:prstGeom prst="rect">
            <a:avLst/>
          </a:prstGeom>
        </p:spPr>
        <p:txBody>
          <a:bodyPr/>
          <a:lstStyle>
            <a:lvl1pPr marL="0" indent="0">
              <a:spcBef>
                <a:spcPts val="0"/>
              </a:spcBef>
              <a:buSzTx/>
              <a:buNone/>
              <a:defRPr sz="1400">
                <a:solidFill>
                  <a:srgbClr val="868686"/>
                </a:solidFill>
              </a:defRPr>
            </a:lvl1pPr>
            <a:lvl2pPr marL="0" indent="0">
              <a:spcBef>
                <a:spcPts val="0"/>
              </a:spcBef>
              <a:buSzTx/>
              <a:buNone/>
              <a:defRPr sz="1400">
                <a:solidFill>
                  <a:srgbClr val="868686"/>
                </a:solidFill>
              </a:defRPr>
            </a:lvl2pPr>
            <a:lvl3pPr marL="0" indent="0">
              <a:spcBef>
                <a:spcPts val="0"/>
              </a:spcBef>
              <a:buSzTx/>
              <a:buNone/>
              <a:defRPr sz="1400">
                <a:solidFill>
                  <a:srgbClr val="868686"/>
                </a:solidFill>
              </a:defRPr>
            </a:lvl3pPr>
            <a:lvl4pPr marL="0" indent="0">
              <a:spcBef>
                <a:spcPts val="0"/>
              </a:spcBef>
              <a:buSzTx/>
              <a:buNone/>
              <a:defRPr sz="1400">
                <a:solidFill>
                  <a:srgbClr val="868686"/>
                </a:solidFill>
              </a:defRPr>
            </a:lvl4pPr>
            <a:lvl5pPr marL="0" indent="0">
              <a:spcBef>
                <a:spcPts val="0"/>
              </a:spcBef>
              <a:buSzTx/>
              <a:buNone/>
              <a:defRPr sz="1400">
                <a:solidFill>
                  <a:srgbClr val="868686"/>
                </a:solidFill>
              </a:defRPr>
            </a:lvl5pPr>
          </a:lstStyle>
          <a:p>
            <a:r>
              <a:t>Body Level One</a:t>
            </a:r>
          </a:p>
          <a:p>
            <a:pPr lvl="1"/>
            <a:r>
              <a:t>Body Level Two</a:t>
            </a:r>
          </a:p>
          <a:p>
            <a:pPr lvl="2"/>
            <a:r>
              <a:t>Body Level Three</a:t>
            </a:r>
          </a:p>
          <a:p>
            <a:pPr lvl="3"/>
            <a:r>
              <a:t>Body Level Four</a:t>
            </a:r>
          </a:p>
          <a:p>
            <a:pPr lvl="4"/>
            <a:r>
              <a:t>Body Level Five</a:t>
            </a:r>
          </a:p>
        </p:txBody>
      </p:sp>
      <p:sp>
        <p:nvSpPr>
          <p:cNvPr id="15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tx">
  <p:cSld name="Photo - 3 Up">
    <p:spTree>
      <p:nvGrpSpPr>
        <p:cNvPr id="1" name=""/>
        <p:cNvGrpSpPr/>
        <p:nvPr/>
      </p:nvGrpSpPr>
      <p:grpSpPr>
        <a:xfrm>
          <a:off x="0" y="0"/>
          <a:ext cx="0" cy="0"/>
          <a:chOff x="0" y="0"/>
          <a:chExt cx="0" cy="0"/>
        </a:xfrm>
      </p:grpSpPr>
      <p:sp>
        <p:nvSpPr>
          <p:cNvPr id="159" name="Line"/>
          <p:cNvSpPr/>
          <p:nvPr/>
        </p:nvSpPr>
        <p:spPr>
          <a:xfrm flipH="1">
            <a:off x="4563069" y="366095"/>
            <a:ext cx="1" cy="5598958"/>
          </a:xfrm>
          <a:prstGeom prst="line">
            <a:avLst/>
          </a:prstGeom>
          <a:ln w="12700">
            <a:solidFill>
              <a:srgbClr val="ABABAB"/>
            </a:solidFill>
            <a:miter lim="400000"/>
          </a:ln>
        </p:spPr>
        <p:txBody>
          <a:bodyPr lIns="35719" tIns="35719" rIns="35719" bIns="35719" anchor="ctr"/>
          <a:lstStyle/>
          <a:p>
            <a:endParaRPr/>
          </a:p>
        </p:txBody>
      </p:sp>
      <p:sp>
        <p:nvSpPr>
          <p:cNvPr id="160" name="Line"/>
          <p:cNvSpPr/>
          <p:nvPr/>
        </p:nvSpPr>
        <p:spPr>
          <a:xfrm>
            <a:off x="4563068" y="3147715"/>
            <a:ext cx="4214818" cy="89"/>
          </a:xfrm>
          <a:prstGeom prst="line">
            <a:avLst/>
          </a:prstGeom>
          <a:ln w="12700">
            <a:solidFill>
              <a:srgbClr val="ABABAB"/>
            </a:solidFill>
            <a:miter lim="400000"/>
          </a:ln>
        </p:spPr>
        <p:txBody>
          <a:bodyPr lIns="35719" tIns="35719" rIns="35719" bIns="35719" anchor="ctr"/>
          <a:lstStyle/>
          <a:p>
            <a:endParaRPr/>
          </a:p>
        </p:txBody>
      </p:sp>
      <p:sp>
        <p:nvSpPr>
          <p:cNvPr id="161" name="Image"/>
          <p:cNvSpPr>
            <a:spLocks noGrp="1"/>
          </p:cNvSpPr>
          <p:nvPr>
            <p:ph type="pic" sz="half" idx="13"/>
          </p:nvPr>
        </p:nvSpPr>
        <p:spPr>
          <a:xfrm>
            <a:off x="357187" y="366117"/>
            <a:ext cx="4089797" cy="5598914"/>
          </a:xfrm>
          <a:prstGeom prst="rect">
            <a:avLst/>
          </a:prstGeom>
        </p:spPr>
        <p:txBody>
          <a:bodyPr lIns="91439" tIns="45719" rIns="91439" bIns="45719">
            <a:noAutofit/>
          </a:bodyPr>
          <a:lstStyle/>
          <a:p>
            <a:endParaRPr/>
          </a:p>
        </p:txBody>
      </p:sp>
      <p:sp>
        <p:nvSpPr>
          <p:cNvPr id="162" name="Image"/>
          <p:cNvSpPr>
            <a:spLocks noGrp="1"/>
          </p:cNvSpPr>
          <p:nvPr>
            <p:ph type="pic" sz="quarter" idx="14"/>
          </p:nvPr>
        </p:nvSpPr>
        <p:spPr>
          <a:xfrm>
            <a:off x="4688086" y="366117"/>
            <a:ext cx="4089797" cy="2678906"/>
          </a:xfrm>
          <a:prstGeom prst="rect">
            <a:avLst/>
          </a:prstGeom>
        </p:spPr>
        <p:txBody>
          <a:bodyPr lIns="91439" tIns="45719" rIns="91439" bIns="45719">
            <a:noAutofit/>
          </a:bodyPr>
          <a:lstStyle/>
          <a:p>
            <a:endParaRPr/>
          </a:p>
        </p:txBody>
      </p:sp>
      <p:sp>
        <p:nvSpPr>
          <p:cNvPr id="163" name="Image"/>
          <p:cNvSpPr>
            <a:spLocks noGrp="1"/>
          </p:cNvSpPr>
          <p:nvPr>
            <p:ph type="pic" sz="quarter" idx="15"/>
          </p:nvPr>
        </p:nvSpPr>
        <p:spPr>
          <a:xfrm>
            <a:off x="4688086" y="3277195"/>
            <a:ext cx="4089797" cy="2687836"/>
          </a:xfrm>
          <a:prstGeom prst="rect">
            <a:avLst/>
          </a:prstGeom>
        </p:spPr>
        <p:txBody>
          <a:bodyPr lIns="91439" tIns="45719" rIns="91439" bIns="45719">
            <a:noAutofit/>
          </a:bodyPr>
          <a:lstStyle/>
          <a:p>
            <a:endParaRPr/>
          </a:p>
        </p:txBody>
      </p:sp>
      <p:sp>
        <p:nvSpPr>
          <p:cNvPr id="164" name="Body Level One…"/>
          <p:cNvSpPr txBox="1">
            <a:spLocks noGrp="1"/>
          </p:cNvSpPr>
          <p:nvPr>
            <p:ph type="body" sz="quarter" idx="1"/>
          </p:nvPr>
        </p:nvSpPr>
        <p:spPr>
          <a:xfrm>
            <a:off x="303609" y="6197203"/>
            <a:ext cx="5804297" cy="571500"/>
          </a:xfrm>
          <a:prstGeom prst="rect">
            <a:avLst/>
          </a:prstGeom>
        </p:spPr>
        <p:txBody>
          <a:bodyPr/>
          <a:lstStyle>
            <a:lvl1pPr marL="0" indent="0">
              <a:spcBef>
                <a:spcPts val="0"/>
              </a:spcBef>
              <a:buSzTx/>
              <a:buNone/>
              <a:defRPr sz="1400">
                <a:solidFill>
                  <a:srgbClr val="868686"/>
                </a:solidFill>
              </a:defRPr>
            </a:lvl1pPr>
            <a:lvl2pPr marL="0" indent="0">
              <a:spcBef>
                <a:spcPts val="0"/>
              </a:spcBef>
              <a:buSzTx/>
              <a:buNone/>
              <a:defRPr sz="1400">
                <a:solidFill>
                  <a:srgbClr val="868686"/>
                </a:solidFill>
              </a:defRPr>
            </a:lvl2pPr>
            <a:lvl3pPr marL="0" indent="0">
              <a:spcBef>
                <a:spcPts val="0"/>
              </a:spcBef>
              <a:buSzTx/>
              <a:buNone/>
              <a:defRPr sz="1400">
                <a:solidFill>
                  <a:srgbClr val="868686"/>
                </a:solidFill>
              </a:defRPr>
            </a:lvl3pPr>
            <a:lvl4pPr marL="0" indent="0">
              <a:spcBef>
                <a:spcPts val="0"/>
              </a:spcBef>
              <a:buSzTx/>
              <a:buNone/>
              <a:defRPr sz="1400">
                <a:solidFill>
                  <a:srgbClr val="868686"/>
                </a:solidFill>
              </a:defRPr>
            </a:lvl4pPr>
            <a:lvl5pPr marL="0" indent="0">
              <a:spcBef>
                <a:spcPts val="0"/>
              </a:spcBef>
              <a:buSzTx/>
              <a:buNone/>
              <a:defRPr sz="1400">
                <a:solidFill>
                  <a:srgbClr val="868686"/>
                </a:solidFill>
              </a:defRPr>
            </a:lvl5pPr>
          </a:lstStyle>
          <a:p>
            <a:r>
              <a:t>Body Level One</a:t>
            </a:r>
          </a:p>
          <a:p>
            <a:pPr lvl="1"/>
            <a:r>
              <a:t>Body Level Two</a:t>
            </a:r>
          </a:p>
          <a:p>
            <a:pPr lvl="2"/>
            <a:r>
              <a:t>Body Level Three</a:t>
            </a:r>
          </a:p>
          <a:p>
            <a:pPr lvl="3"/>
            <a:r>
              <a:t>Body Level Four</a:t>
            </a:r>
          </a:p>
          <a:p>
            <a:pPr lvl="4"/>
            <a:r>
              <a:t>Body Level Five</a:t>
            </a:r>
          </a:p>
        </p:txBody>
      </p:sp>
      <p:sp>
        <p:nvSpPr>
          <p:cNvPr id="16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tx">
  <p:cSld name="Photo - 4 Up">
    <p:spTree>
      <p:nvGrpSpPr>
        <p:cNvPr id="1" name=""/>
        <p:cNvGrpSpPr/>
        <p:nvPr/>
      </p:nvGrpSpPr>
      <p:grpSpPr>
        <a:xfrm>
          <a:off x="0" y="0"/>
          <a:ext cx="0" cy="0"/>
          <a:chOff x="0" y="0"/>
          <a:chExt cx="0" cy="0"/>
        </a:xfrm>
      </p:grpSpPr>
      <p:sp>
        <p:nvSpPr>
          <p:cNvPr id="172" name="Line"/>
          <p:cNvSpPr/>
          <p:nvPr/>
        </p:nvSpPr>
        <p:spPr>
          <a:xfrm flipH="1">
            <a:off x="6375796" y="366095"/>
            <a:ext cx="1" cy="5598958"/>
          </a:xfrm>
          <a:prstGeom prst="line">
            <a:avLst/>
          </a:prstGeom>
          <a:ln w="12700">
            <a:solidFill>
              <a:srgbClr val="ABABAB"/>
            </a:solidFill>
            <a:miter lim="400000"/>
          </a:ln>
        </p:spPr>
        <p:txBody>
          <a:bodyPr lIns="35719" tIns="35719" rIns="35719" bIns="35719" anchor="ctr"/>
          <a:lstStyle/>
          <a:p>
            <a:endParaRPr/>
          </a:p>
        </p:txBody>
      </p:sp>
      <p:sp>
        <p:nvSpPr>
          <p:cNvPr id="173" name="Line"/>
          <p:cNvSpPr/>
          <p:nvPr/>
        </p:nvSpPr>
        <p:spPr>
          <a:xfrm>
            <a:off x="6375794" y="2174379"/>
            <a:ext cx="2411032" cy="89"/>
          </a:xfrm>
          <a:prstGeom prst="line">
            <a:avLst/>
          </a:prstGeom>
          <a:ln w="12700">
            <a:solidFill>
              <a:srgbClr val="ABABAB"/>
            </a:solidFill>
            <a:miter lim="400000"/>
          </a:ln>
        </p:spPr>
        <p:txBody>
          <a:bodyPr lIns="35719" tIns="35719" rIns="35719" bIns="35719" anchor="ctr"/>
          <a:lstStyle/>
          <a:p>
            <a:endParaRPr/>
          </a:p>
        </p:txBody>
      </p:sp>
      <p:sp>
        <p:nvSpPr>
          <p:cNvPr id="174" name="Line"/>
          <p:cNvSpPr/>
          <p:nvPr/>
        </p:nvSpPr>
        <p:spPr>
          <a:xfrm>
            <a:off x="6375794" y="4129981"/>
            <a:ext cx="2411032" cy="89"/>
          </a:xfrm>
          <a:prstGeom prst="line">
            <a:avLst/>
          </a:prstGeom>
          <a:ln w="12700">
            <a:solidFill>
              <a:srgbClr val="ABABAB"/>
            </a:solidFill>
            <a:miter lim="400000"/>
          </a:ln>
        </p:spPr>
        <p:txBody>
          <a:bodyPr lIns="35719" tIns="35719" rIns="35719" bIns="35719" anchor="ctr"/>
          <a:lstStyle/>
          <a:p>
            <a:endParaRPr/>
          </a:p>
        </p:txBody>
      </p:sp>
      <p:sp>
        <p:nvSpPr>
          <p:cNvPr id="175" name="Image"/>
          <p:cNvSpPr>
            <a:spLocks noGrp="1"/>
          </p:cNvSpPr>
          <p:nvPr>
            <p:ph type="pic" idx="13"/>
          </p:nvPr>
        </p:nvSpPr>
        <p:spPr>
          <a:xfrm>
            <a:off x="366117" y="357187"/>
            <a:ext cx="5884664" cy="5607844"/>
          </a:xfrm>
          <a:prstGeom prst="rect">
            <a:avLst/>
          </a:prstGeom>
        </p:spPr>
        <p:txBody>
          <a:bodyPr lIns="91439" tIns="45719" rIns="91439" bIns="45719">
            <a:noAutofit/>
          </a:bodyPr>
          <a:lstStyle/>
          <a:p>
            <a:endParaRPr/>
          </a:p>
        </p:txBody>
      </p:sp>
      <p:sp>
        <p:nvSpPr>
          <p:cNvPr id="176" name="Image"/>
          <p:cNvSpPr>
            <a:spLocks noGrp="1"/>
          </p:cNvSpPr>
          <p:nvPr>
            <p:ph type="pic" sz="quarter" idx="14"/>
          </p:nvPr>
        </p:nvSpPr>
        <p:spPr>
          <a:xfrm>
            <a:off x="6482953" y="2312789"/>
            <a:ext cx="2303859" cy="1714500"/>
          </a:xfrm>
          <a:prstGeom prst="rect">
            <a:avLst/>
          </a:prstGeom>
        </p:spPr>
        <p:txBody>
          <a:bodyPr lIns="91439" tIns="45719" rIns="91439" bIns="45719">
            <a:noAutofit/>
          </a:bodyPr>
          <a:lstStyle/>
          <a:p>
            <a:endParaRPr/>
          </a:p>
        </p:txBody>
      </p:sp>
      <p:sp>
        <p:nvSpPr>
          <p:cNvPr id="177" name="Image"/>
          <p:cNvSpPr>
            <a:spLocks noGrp="1"/>
          </p:cNvSpPr>
          <p:nvPr>
            <p:ph type="pic" sz="quarter" idx="15"/>
          </p:nvPr>
        </p:nvSpPr>
        <p:spPr>
          <a:xfrm>
            <a:off x="6482953" y="4232672"/>
            <a:ext cx="2303859" cy="1732359"/>
          </a:xfrm>
          <a:prstGeom prst="rect">
            <a:avLst/>
          </a:prstGeom>
        </p:spPr>
        <p:txBody>
          <a:bodyPr lIns="91439" tIns="45719" rIns="91439" bIns="45719">
            <a:noAutofit/>
          </a:bodyPr>
          <a:lstStyle/>
          <a:p>
            <a:endParaRPr/>
          </a:p>
        </p:txBody>
      </p:sp>
      <p:sp>
        <p:nvSpPr>
          <p:cNvPr id="178" name="Image"/>
          <p:cNvSpPr>
            <a:spLocks noGrp="1"/>
          </p:cNvSpPr>
          <p:nvPr>
            <p:ph type="pic" sz="quarter" idx="16"/>
          </p:nvPr>
        </p:nvSpPr>
        <p:spPr>
          <a:xfrm>
            <a:off x="6482953" y="357188"/>
            <a:ext cx="2303859" cy="1732359"/>
          </a:xfrm>
          <a:prstGeom prst="rect">
            <a:avLst/>
          </a:prstGeom>
        </p:spPr>
        <p:txBody>
          <a:bodyPr lIns="91439" tIns="45719" rIns="91439" bIns="45719">
            <a:noAutofit/>
          </a:bodyPr>
          <a:lstStyle/>
          <a:p>
            <a:endParaRPr/>
          </a:p>
        </p:txBody>
      </p:sp>
      <p:sp>
        <p:nvSpPr>
          <p:cNvPr id="179" name="Body Level One…"/>
          <p:cNvSpPr txBox="1">
            <a:spLocks noGrp="1"/>
          </p:cNvSpPr>
          <p:nvPr>
            <p:ph type="body" sz="quarter" idx="1"/>
          </p:nvPr>
        </p:nvSpPr>
        <p:spPr>
          <a:xfrm>
            <a:off x="303609" y="6197203"/>
            <a:ext cx="5804297" cy="571500"/>
          </a:xfrm>
          <a:prstGeom prst="rect">
            <a:avLst/>
          </a:prstGeom>
        </p:spPr>
        <p:txBody>
          <a:bodyPr/>
          <a:lstStyle>
            <a:lvl1pPr marL="0" indent="0">
              <a:spcBef>
                <a:spcPts val="0"/>
              </a:spcBef>
              <a:buSzTx/>
              <a:buNone/>
              <a:defRPr sz="1400">
                <a:solidFill>
                  <a:srgbClr val="868686"/>
                </a:solidFill>
              </a:defRPr>
            </a:lvl1pPr>
            <a:lvl2pPr marL="0" indent="0">
              <a:spcBef>
                <a:spcPts val="0"/>
              </a:spcBef>
              <a:buSzTx/>
              <a:buNone/>
              <a:defRPr sz="1400">
                <a:solidFill>
                  <a:srgbClr val="868686"/>
                </a:solidFill>
              </a:defRPr>
            </a:lvl2pPr>
            <a:lvl3pPr marL="0" indent="0">
              <a:spcBef>
                <a:spcPts val="0"/>
              </a:spcBef>
              <a:buSzTx/>
              <a:buNone/>
              <a:defRPr sz="1400">
                <a:solidFill>
                  <a:srgbClr val="868686"/>
                </a:solidFill>
              </a:defRPr>
            </a:lvl3pPr>
            <a:lvl4pPr marL="0" indent="0">
              <a:spcBef>
                <a:spcPts val="0"/>
              </a:spcBef>
              <a:buSzTx/>
              <a:buNone/>
              <a:defRPr sz="1400">
                <a:solidFill>
                  <a:srgbClr val="868686"/>
                </a:solidFill>
              </a:defRPr>
            </a:lvl4pPr>
            <a:lvl5pPr marL="0" indent="0">
              <a:spcBef>
                <a:spcPts val="0"/>
              </a:spcBef>
              <a:buSzTx/>
              <a:buNone/>
              <a:defRPr sz="1400">
                <a:solidFill>
                  <a:srgbClr val="868686"/>
                </a:solidFill>
              </a:defRPr>
            </a:lvl5pPr>
          </a:lstStyle>
          <a:p>
            <a:r>
              <a:t>Body Level One</a:t>
            </a:r>
          </a:p>
          <a:p>
            <a:pPr lvl="1"/>
            <a:r>
              <a:t>Body Level Two</a:t>
            </a:r>
          </a:p>
          <a:p>
            <a:pPr lvl="2"/>
            <a:r>
              <a:t>Body Level Three</a:t>
            </a:r>
          </a:p>
          <a:p>
            <a:pPr lvl="3"/>
            <a:r>
              <a:t>Body Level Four</a:t>
            </a:r>
          </a:p>
          <a:p>
            <a:pPr lvl="4"/>
            <a:r>
              <a:t>Body Level Five</a:t>
            </a:r>
          </a:p>
        </p:txBody>
      </p:sp>
      <p:sp>
        <p:nvSpPr>
          <p:cNvPr id="18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9.xml><?xml version="1.0" encoding="utf-8"?>
<p:sldLayout xmlns:a="http://schemas.openxmlformats.org/drawingml/2006/main" xmlns:r="http://schemas.openxmlformats.org/officeDocument/2006/relationships" xmlns:p="http://schemas.openxmlformats.org/presentationml/2006/main" type="tx">
  <p:cSld name="Title &amp; Bullets - Left">
    <p:spTree>
      <p:nvGrpSpPr>
        <p:cNvPr id="1" name=""/>
        <p:cNvGrpSpPr/>
        <p:nvPr/>
      </p:nvGrpSpPr>
      <p:grpSpPr>
        <a:xfrm>
          <a:off x="0" y="0"/>
          <a:ext cx="0" cy="0"/>
          <a:chOff x="0" y="0"/>
          <a:chExt cx="0" cy="0"/>
        </a:xfrm>
      </p:grpSpPr>
      <p:sp>
        <p:nvSpPr>
          <p:cNvPr id="187" name="Title Text"/>
          <p:cNvSpPr txBox="1">
            <a:spLocks noGrp="1"/>
          </p:cNvSpPr>
          <p:nvPr>
            <p:ph type="title"/>
          </p:nvPr>
        </p:nvSpPr>
        <p:spPr>
          <a:prstGeom prst="rect">
            <a:avLst/>
          </a:prstGeom>
        </p:spPr>
        <p:txBody>
          <a:bodyPr/>
          <a:lstStyle/>
          <a:p>
            <a:r>
              <a:t>Title Text</a:t>
            </a:r>
          </a:p>
        </p:txBody>
      </p:sp>
      <p:sp>
        <p:nvSpPr>
          <p:cNvPr id="188" name="Body Level One…"/>
          <p:cNvSpPr txBox="1">
            <a:spLocks noGrp="1"/>
          </p:cNvSpPr>
          <p:nvPr>
            <p:ph type="body" sz="half" idx="1"/>
          </p:nvPr>
        </p:nvSpPr>
        <p:spPr>
          <a:xfrm>
            <a:off x="401836" y="1634133"/>
            <a:ext cx="3571875" cy="4616648"/>
          </a:xfrm>
          <a:prstGeom prst="rect">
            <a:avLst/>
          </a:prstGeom>
        </p:spPr>
        <p:txBody>
          <a:bodyPr/>
          <a:lstStyle>
            <a:lvl1pPr>
              <a:spcBef>
                <a:spcPts val="3375"/>
              </a:spcBef>
              <a:defRPr sz="1800">
                <a:solidFill>
                  <a:srgbClr val="747474"/>
                </a:solidFill>
              </a:defRPr>
            </a:lvl1pPr>
            <a:lvl2pPr>
              <a:spcBef>
                <a:spcPts val="3375"/>
              </a:spcBef>
              <a:defRPr>
                <a:solidFill>
                  <a:srgbClr val="747474"/>
                </a:solidFill>
              </a:defRPr>
            </a:lvl2pPr>
            <a:lvl3pPr>
              <a:spcBef>
                <a:spcPts val="3375"/>
              </a:spcBef>
              <a:defRPr>
                <a:solidFill>
                  <a:srgbClr val="747474"/>
                </a:solidFill>
              </a:defRPr>
            </a:lvl3pPr>
            <a:lvl4pPr>
              <a:spcBef>
                <a:spcPts val="3375"/>
              </a:spcBef>
              <a:defRPr>
                <a:solidFill>
                  <a:srgbClr val="747474"/>
                </a:solidFill>
              </a:defRPr>
            </a:lvl4pPr>
            <a:lvl5pPr>
              <a:spcBef>
                <a:spcPts val="3375"/>
              </a:spcBef>
              <a:defRPr>
                <a:solidFill>
                  <a:srgbClr val="747474"/>
                </a:solidFill>
              </a:defRPr>
            </a:lvl5pPr>
          </a:lstStyle>
          <a:p>
            <a:r>
              <a:t>Body Level One</a:t>
            </a:r>
          </a:p>
          <a:p>
            <a:pPr lvl="1"/>
            <a:r>
              <a:t>Body Level Two</a:t>
            </a:r>
          </a:p>
          <a:p>
            <a:pPr lvl="2"/>
            <a:r>
              <a:t>Body Level Three</a:t>
            </a:r>
          </a:p>
          <a:p>
            <a:pPr lvl="3"/>
            <a:r>
              <a:t>Body Level Four</a:t>
            </a:r>
          </a:p>
          <a:p>
            <a:pPr lvl="4"/>
            <a:r>
              <a:t>Body Level Five</a:t>
            </a:r>
          </a:p>
        </p:txBody>
      </p:sp>
      <p:sp>
        <p:nvSpPr>
          <p:cNvPr id="18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0.xml><?xml version="1.0" encoding="utf-8"?>
<p:sldLayout xmlns:a="http://schemas.openxmlformats.org/drawingml/2006/main" xmlns:r="http://schemas.openxmlformats.org/officeDocument/2006/relationships" xmlns:p="http://schemas.openxmlformats.org/presentationml/2006/main" type="tx">
  <p:cSld name="Title &amp; Bullets - Right">
    <p:spTree>
      <p:nvGrpSpPr>
        <p:cNvPr id="1" name=""/>
        <p:cNvGrpSpPr/>
        <p:nvPr/>
      </p:nvGrpSpPr>
      <p:grpSpPr>
        <a:xfrm>
          <a:off x="0" y="0"/>
          <a:ext cx="0" cy="0"/>
          <a:chOff x="0" y="0"/>
          <a:chExt cx="0" cy="0"/>
        </a:xfrm>
      </p:grpSpPr>
      <p:sp>
        <p:nvSpPr>
          <p:cNvPr id="196" name="Title Text"/>
          <p:cNvSpPr txBox="1">
            <a:spLocks noGrp="1"/>
          </p:cNvSpPr>
          <p:nvPr>
            <p:ph type="title"/>
          </p:nvPr>
        </p:nvSpPr>
        <p:spPr>
          <a:prstGeom prst="rect">
            <a:avLst/>
          </a:prstGeom>
        </p:spPr>
        <p:txBody>
          <a:bodyPr/>
          <a:lstStyle/>
          <a:p>
            <a:r>
              <a:t>Title Text</a:t>
            </a:r>
          </a:p>
        </p:txBody>
      </p:sp>
      <p:sp>
        <p:nvSpPr>
          <p:cNvPr id="197" name="Body Level One…"/>
          <p:cNvSpPr txBox="1">
            <a:spLocks noGrp="1"/>
          </p:cNvSpPr>
          <p:nvPr>
            <p:ph type="body" idx="1"/>
          </p:nvPr>
        </p:nvSpPr>
        <p:spPr>
          <a:prstGeom prst="rect">
            <a:avLst/>
          </a:prstGeom>
        </p:spPr>
        <p:txBody>
          <a:bodyPr/>
          <a:lstStyle>
            <a:lvl1pPr>
              <a:spcBef>
                <a:spcPts val="3375"/>
              </a:spcBef>
              <a:defRPr sz="1800">
                <a:solidFill>
                  <a:srgbClr val="747474"/>
                </a:solidFill>
              </a:defRPr>
            </a:lvl1pPr>
            <a:lvl2pPr>
              <a:spcBef>
                <a:spcPts val="3375"/>
              </a:spcBef>
              <a:defRPr>
                <a:solidFill>
                  <a:srgbClr val="747474"/>
                </a:solidFill>
              </a:defRPr>
            </a:lvl2pPr>
            <a:lvl3pPr>
              <a:spcBef>
                <a:spcPts val="3375"/>
              </a:spcBef>
              <a:defRPr>
                <a:solidFill>
                  <a:srgbClr val="747474"/>
                </a:solidFill>
              </a:defRPr>
            </a:lvl3pPr>
            <a:lvl4pPr>
              <a:spcBef>
                <a:spcPts val="3375"/>
              </a:spcBef>
              <a:defRPr>
                <a:solidFill>
                  <a:srgbClr val="747474"/>
                </a:solidFill>
              </a:defRPr>
            </a:lvl4pPr>
            <a:lvl5pPr>
              <a:spcBef>
                <a:spcPts val="3375"/>
              </a:spcBef>
              <a:defRPr>
                <a:solidFill>
                  <a:srgbClr val="747474"/>
                </a:solidFill>
              </a:defRPr>
            </a:lvl5pPr>
          </a:lstStyle>
          <a:p>
            <a:r>
              <a:t>Body Level One</a:t>
            </a:r>
          </a:p>
          <a:p>
            <a:pPr lvl="1"/>
            <a:r>
              <a:t>Body Level Two</a:t>
            </a:r>
          </a:p>
          <a:p>
            <a:pPr lvl="2"/>
            <a:r>
              <a:t>Body Level Three</a:t>
            </a:r>
          </a:p>
          <a:p>
            <a:pPr lvl="3"/>
            <a:r>
              <a:t>Body Level Four</a:t>
            </a:r>
          </a:p>
          <a:p>
            <a:pPr lvl="4"/>
            <a:r>
              <a:t>Body Level Five</a:t>
            </a:r>
          </a:p>
        </p:txBody>
      </p:sp>
      <p:sp>
        <p:nvSpPr>
          <p:cNvPr id="19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1.xml><?xml version="1.0" encoding="utf-8"?>
<p:sldLayout xmlns:a="http://schemas.openxmlformats.org/drawingml/2006/main" xmlns:r="http://schemas.openxmlformats.org/officeDocument/2006/relationships" xmlns:p="http://schemas.openxmlformats.org/presentationml/2006/main" type="tx">
  <p:cSld name="Title &amp; Bullets copy 2">
    <p:spTree>
      <p:nvGrpSpPr>
        <p:cNvPr id="1" name=""/>
        <p:cNvGrpSpPr/>
        <p:nvPr/>
      </p:nvGrpSpPr>
      <p:grpSpPr>
        <a:xfrm>
          <a:off x="0" y="0"/>
          <a:ext cx="0" cy="0"/>
          <a:chOff x="0" y="0"/>
          <a:chExt cx="0" cy="0"/>
        </a:xfrm>
      </p:grpSpPr>
      <p:sp>
        <p:nvSpPr>
          <p:cNvPr id="205" name="Title Text"/>
          <p:cNvSpPr txBox="1">
            <a:spLocks noGrp="1"/>
          </p:cNvSpPr>
          <p:nvPr>
            <p:ph type="title"/>
          </p:nvPr>
        </p:nvSpPr>
        <p:spPr>
          <a:prstGeom prst="rect">
            <a:avLst/>
          </a:prstGeom>
        </p:spPr>
        <p:txBody>
          <a:bodyPr lIns="38100" tIns="38100" rIns="38100" bIns="38100"/>
          <a:lstStyle>
            <a:lvl1pPr>
              <a:defRPr sz="2800"/>
            </a:lvl1pPr>
          </a:lstStyle>
          <a:p>
            <a:r>
              <a:t>Title Text</a:t>
            </a:r>
          </a:p>
        </p:txBody>
      </p:sp>
      <p:sp>
        <p:nvSpPr>
          <p:cNvPr id="206" name="Body Level One…"/>
          <p:cNvSpPr txBox="1">
            <a:spLocks noGrp="1"/>
          </p:cNvSpPr>
          <p:nvPr>
            <p:ph type="body" idx="1"/>
          </p:nvPr>
        </p:nvSpPr>
        <p:spPr>
          <a:prstGeom prst="rect">
            <a:avLst/>
          </a:prstGeom>
        </p:spPr>
        <p:txBody>
          <a:bodyPr lIns="38100" tIns="38100" rIns="38100" bIns="38100"/>
          <a:lstStyle>
            <a:lvl1pPr marL="142870" indent="-142870">
              <a:spcBef>
                <a:spcPts val="3445"/>
              </a:spcBef>
              <a:defRPr sz="1700"/>
            </a:lvl1pPr>
            <a:lvl2pPr marL="383963" indent="-142870">
              <a:spcBef>
                <a:spcPts val="3445"/>
              </a:spcBef>
              <a:defRPr sz="1700"/>
            </a:lvl2pPr>
            <a:lvl3pPr marL="625056" indent="-142870">
              <a:spcBef>
                <a:spcPts val="3445"/>
              </a:spcBef>
              <a:defRPr sz="1700"/>
            </a:lvl3pPr>
            <a:lvl4pPr marL="866149" indent="-142870">
              <a:spcBef>
                <a:spcPts val="3445"/>
              </a:spcBef>
              <a:defRPr sz="1700"/>
            </a:lvl4pPr>
            <a:lvl5pPr marL="1107242" indent="-142870">
              <a:spcBef>
                <a:spcPts val="3445"/>
              </a:spcBef>
              <a:defRPr sz="1700"/>
            </a:lvl5pPr>
          </a:lstStyle>
          <a:p>
            <a:r>
              <a:t>Body Level One</a:t>
            </a:r>
          </a:p>
          <a:p>
            <a:pPr lvl="1"/>
            <a:r>
              <a:t>Body Level Two</a:t>
            </a:r>
          </a:p>
          <a:p>
            <a:pPr lvl="2"/>
            <a:r>
              <a:t>Body Level Three</a:t>
            </a:r>
          </a:p>
          <a:p>
            <a:pPr lvl="3"/>
            <a:r>
              <a:t>Body Level Four</a:t>
            </a:r>
          </a:p>
          <a:p>
            <a:pPr lvl="4"/>
            <a:r>
              <a:t>Body Level Five</a:t>
            </a:r>
          </a:p>
        </p:txBody>
      </p:sp>
      <p:sp>
        <p:nvSpPr>
          <p:cNvPr id="207" name="Slide Number"/>
          <p:cNvSpPr txBox="1">
            <a:spLocks noGrp="1"/>
          </p:cNvSpPr>
          <p:nvPr>
            <p:ph type="sldNum" sz="quarter" idx="2"/>
          </p:nvPr>
        </p:nvSpPr>
        <p:spPr>
          <a:xfrm>
            <a:off x="8667369" y="6509742"/>
            <a:ext cx="181666" cy="175594"/>
          </a:xfrm>
          <a:prstGeom prst="rect">
            <a:avLst/>
          </a:prstGeom>
        </p:spPr>
        <p:txBody>
          <a:bodyPr lIns="38100" tIns="38100" rIns="38100" bIns="38100"/>
          <a:lstStyle>
            <a:lvl1pPr>
              <a:defRPr sz="800"/>
            </a:lvl1pPr>
          </a:lstStyle>
          <a:p>
            <a:fld id="{86CB4B4D-7CA3-9044-876B-883B54F8677D}" type="slidenum">
              <a:t>‹#›</a:t>
            </a:fld>
            <a:endParaRPr/>
          </a:p>
        </p:txBody>
      </p:sp>
    </p:spTree>
  </p:cSld>
  <p:clrMapOvr>
    <a:masterClrMapping/>
  </p:clrMapOvr>
  <p:transition spd="med"/>
</p:sldLayout>
</file>

<file path=ppt/slideLayouts/slideLayout32.xml><?xml version="1.0" encoding="utf-8"?>
<p:sldLayout xmlns:a="http://schemas.openxmlformats.org/drawingml/2006/main" xmlns:r="http://schemas.openxmlformats.org/officeDocument/2006/relationships" xmlns:p="http://schemas.openxmlformats.org/presentationml/2006/main" type="tx">
  <p:cSld name="Title &amp; Bullets copy 15">
    <p:spTree>
      <p:nvGrpSpPr>
        <p:cNvPr id="1" name=""/>
        <p:cNvGrpSpPr/>
        <p:nvPr/>
      </p:nvGrpSpPr>
      <p:grpSpPr>
        <a:xfrm>
          <a:off x="0" y="0"/>
          <a:ext cx="0" cy="0"/>
          <a:chOff x="0" y="0"/>
          <a:chExt cx="0" cy="0"/>
        </a:xfrm>
      </p:grpSpPr>
      <p:sp>
        <p:nvSpPr>
          <p:cNvPr id="214" name="Title Text"/>
          <p:cNvSpPr txBox="1">
            <a:spLocks noGrp="1"/>
          </p:cNvSpPr>
          <p:nvPr>
            <p:ph type="title"/>
          </p:nvPr>
        </p:nvSpPr>
        <p:spPr>
          <a:prstGeom prst="rect">
            <a:avLst/>
          </a:prstGeom>
        </p:spPr>
        <p:txBody>
          <a:bodyPr lIns="38100" tIns="38100" rIns="38100" bIns="38100"/>
          <a:lstStyle>
            <a:lvl1pPr>
              <a:defRPr sz="2800"/>
            </a:lvl1pPr>
          </a:lstStyle>
          <a:p>
            <a:r>
              <a:t>Title Text</a:t>
            </a:r>
          </a:p>
        </p:txBody>
      </p:sp>
      <p:sp>
        <p:nvSpPr>
          <p:cNvPr id="215" name="Body Level One…"/>
          <p:cNvSpPr txBox="1">
            <a:spLocks noGrp="1"/>
          </p:cNvSpPr>
          <p:nvPr>
            <p:ph type="body" idx="1"/>
          </p:nvPr>
        </p:nvSpPr>
        <p:spPr>
          <a:prstGeom prst="rect">
            <a:avLst/>
          </a:prstGeom>
        </p:spPr>
        <p:txBody>
          <a:bodyPr lIns="38100" tIns="38100" rIns="38100" bIns="38100"/>
          <a:lstStyle>
            <a:lvl1pPr marL="142870" indent="-142870">
              <a:spcBef>
                <a:spcPts val="3445"/>
              </a:spcBef>
              <a:defRPr sz="1700"/>
            </a:lvl1pPr>
            <a:lvl2pPr marL="383963" indent="-142870">
              <a:spcBef>
                <a:spcPts val="3445"/>
              </a:spcBef>
              <a:defRPr sz="1700"/>
            </a:lvl2pPr>
            <a:lvl3pPr marL="625056" indent="-142870">
              <a:spcBef>
                <a:spcPts val="3445"/>
              </a:spcBef>
              <a:defRPr sz="1700"/>
            </a:lvl3pPr>
            <a:lvl4pPr marL="866149" indent="-142870">
              <a:spcBef>
                <a:spcPts val="3445"/>
              </a:spcBef>
              <a:defRPr sz="1700"/>
            </a:lvl4pPr>
            <a:lvl5pPr marL="1107242" indent="-142870">
              <a:spcBef>
                <a:spcPts val="3445"/>
              </a:spcBef>
              <a:defRPr sz="1700"/>
            </a:lvl5pPr>
          </a:lstStyle>
          <a:p>
            <a:r>
              <a:t>Body Level One</a:t>
            </a:r>
          </a:p>
          <a:p>
            <a:pPr lvl="1"/>
            <a:r>
              <a:t>Body Level Two</a:t>
            </a:r>
          </a:p>
          <a:p>
            <a:pPr lvl="2"/>
            <a:r>
              <a:t>Body Level Three</a:t>
            </a:r>
          </a:p>
          <a:p>
            <a:pPr lvl="3"/>
            <a:r>
              <a:t>Body Level Four</a:t>
            </a:r>
          </a:p>
          <a:p>
            <a:pPr lvl="4"/>
            <a:r>
              <a:t>Body Level Five</a:t>
            </a:r>
          </a:p>
        </p:txBody>
      </p:sp>
      <p:sp>
        <p:nvSpPr>
          <p:cNvPr id="216" name="Slide Number"/>
          <p:cNvSpPr txBox="1">
            <a:spLocks noGrp="1"/>
          </p:cNvSpPr>
          <p:nvPr>
            <p:ph type="sldNum" sz="quarter" idx="2"/>
          </p:nvPr>
        </p:nvSpPr>
        <p:spPr>
          <a:xfrm>
            <a:off x="8667369" y="6509742"/>
            <a:ext cx="181666" cy="175594"/>
          </a:xfrm>
          <a:prstGeom prst="rect">
            <a:avLst/>
          </a:prstGeom>
        </p:spPr>
        <p:txBody>
          <a:bodyPr lIns="38100" tIns="38100" rIns="38100" bIns="38100"/>
          <a:lstStyle>
            <a:lvl1pPr>
              <a:defRPr sz="800"/>
            </a:lvl1pPr>
          </a:lstStyle>
          <a:p>
            <a:fld id="{86CB4B4D-7CA3-9044-876B-883B54F8677D}" type="slidenum">
              <a:t>‹#›</a:t>
            </a:fld>
            <a:endParaRPr/>
          </a:p>
        </p:txBody>
      </p:sp>
    </p:spTree>
  </p:cSld>
  <p:clrMapOvr>
    <a:masterClrMapping/>
  </p:clrMapOvr>
  <p:transition spd="med"/>
</p:sldLayout>
</file>

<file path=ppt/slideLayouts/slideLayout33.xml><?xml version="1.0" encoding="utf-8"?>
<p:sldLayout xmlns:a="http://schemas.openxmlformats.org/drawingml/2006/main" xmlns:r="http://schemas.openxmlformats.org/officeDocument/2006/relationships" xmlns:p="http://schemas.openxmlformats.org/presentationml/2006/main" type="tx">
  <p:cSld name="Title &amp; Bullets copy">
    <p:spTree>
      <p:nvGrpSpPr>
        <p:cNvPr id="1" name=""/>
        <p:cNvGrpSpPr/>
        <p:nvPr/>
      </p:nvGrpSpPr>
      <p:grpSpPr>
        <a:xfrm>
          <a:off x="0" y="0"/>
          <a:ext cx="0" cy="0"/>
          <a:chOff x="0" y="0"/>
          <a:chExt cx="0" cy="0"/>
        </a:xfrm>
      </p:grpSpPr>
      <p:sp>
        <p:nvSpPr>
          <p:cNvPr id="223" name="Title Text"/>
          <p:cNvSpPr txBox="1">
            <a:spLocks noGrp="1"/>
          </p:cNvSpPr>
          <p:nvPr>
            <p:ph type="title"/>
          </p:nvPr>
        </p:nvSpPr>
        <p:spPr>
          <a:prstGeom prst="rect">
            <a:avLst/>
          </a:prstGeom>
        </p:spPr>
        <p:txBody>
          <a:bodyPr/>
          <a:lstStyle/>
          <a:p>
            <a:r>
              <a:t>Title Text</a:t>
            </a:r>
          </a:p>
        </p:txBody>
      </p:sp>
      <p:sp>
        <p:nvSpPr>
          <p:cNvPr id="224" name="Body Level One…"/>
          <p:cNvSpPr txBox="1">
            <a:spLocks noGrp="1"/>
          </p:cNvSpPr>
          <p:nvPr>
            <p:ph type="body" idx="1"/>
          </p:nvPr>
        </p:nvSpPr>
        <p:spPr>
          <a:prstGeom prst="rect">
            <a:avLst/>
          </a:prstGeom>
        </p:spPr>
        <p:txBody>
          <a:bodyPr/>
          <a:lstStyle>
            <a:lvl1pPr>
              <a:spcBef>
                <a:spcPts val="3375"/>
              </a:spcBef>
              <a:defRPr sz="1800">
                <a:solidFill>
                  <a:srgbClr val="747474"/>
                </a:solidFill>
              </a:defRPr>
            </a:lvl1pPr>
            <a:lvl2pPr>
              <a:spcBef>
                <a:spcPts val="3375"/>
              </a:spcBef>
              <a:defRPr>
                <a:solidFill>
                  <a:srgbClr val="747474"/>
                </a:solidFill>
              </a:defRPr>
            </a:lvl2pPr>
            <a:lvl3pPr>
              <a:spcBef>
                <a:spcPts val="3375"/>
              </a:spcBef>
              <a:defRPr>
                <a:solidFill>
                  <a:srgbClr val="747474"/>
                </a:solidFill>
              </a:defRPr>
            </a:lvl3pPr>
            <a:lvl4pPr>
              <a:spcBef>
                <a:spcPts val="3375"/>
              </a:spcBef>
              <a:defRPr>
                <a:solidFill>
                  <a:srgbClr val="747474"/>
                </a:solidFill>
              </a:defRPr>
            </a:lvl4pPr>
            <a:lvl5pPr>
              <a:spcBef>
                <a:spcPts val="3375"/>
              </a:spcBef>
              <a:defRPr>
                <a:solidFill>
                  <a:srgbClr val="747474"/>
                </a:solidFill>
              </a:defRPr>
            </a:lvl5pPr>
          </a:lstStyle>
          <a:p>
            <a:r>
              <a:t>Body Level One</a:t>
            </a:r>
          </a:p>
          <a:p>
            <a:pPr lvl="1"/>
            <a:r>
              <a:t>Body Level Two</a:t>
            </a:r>
          </a:p>
          <a:p>
            <a:pPr lvl="2"/>
            <a:r>
              <a:t>Body Level Three</a:t>
            </a:r>
          </a:p>
          <a:p>
            <a:pPr lvl="3"/>
            <a:r>
              <a:t>Body Level Four</a:t>
            </a:r>
          </a:p>
          <a:p>
            <a:pPr lvl="4"/>
            <a:r>
              <a:t>Body Level Five</a:t>
            </a:r>
          </a:p>
        </p:txBody>
      </p:sp>
      <p:sp>
        <p:nvSpPr>
          <p:cNvPr id="22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4.xml><?xml version="1.0" encoding="utf-8"?>
<p:sldLayout xmlns:a="http://schemas.openxmlformats.org/drawingml/2006/main" xmlns:r="http://schemas.openxmlformats.org/officeDocument/2006/relationships" xmlns:p="http://schemas.openxmlformats.org/presentationml/2006/main" type="tx">
  <p:cSld name="Title &amp; Bullets copy 1">
    <p:spTree>
      <p:nvGrpSpPr>
        <p:cNvPr id="1" name=""/>
        <p:cNvGrpSpPr/>
        <p:nvPr/>
      </p:nvGrpSpPr>
      <p:grpSpPr>
        <a:xfrm>
          <a:off x="0" y="0"/>
          <a:ext cx="0" cy="0"/>
          <a:chOff x="0" y="0"/>
          <a:chExt cx="0" cy="0"/>
        </a:xfrm>
      </p:grpSpPr>
      <p:sp>
        <p:nvSpPr>
          <p:cNvPr id="232" name="Title Text"/>
          <p:cNvSpPr txBox="1">
            <a:spLocks noGrp="1"/>
          </p:cNvSpPr>
          <p:nvPr>
            <p:ph type="title"/>
          </p:nvPr>
        </p:nvSpPr>
        <p:spPr>
          <a:prstGeom prst="rect">
            <a:avLst/>
          </a:prstGeom>
        </p:spPr>
        <p:txBody>
          <a:bodyPr/>
          <a:lstStyle/>
          <a:p>
            <a:r>
              <a:t>Title Text</a:t>
            </a:r>
          </a:p>
        </p:txBody>
      </p:sp>
      <p:sp>
        <p:nvSpPr>
          <p:cNvPr id="233" name="Body Level One…"/>
          <p:cNvSpPr txBox="1">
            <a:spLocks noGrp="1"/>
          </p:cNvSpPr>
          <p:nvPr>
            <p:ph type="body" idx="1"/>
          </p:nvPr>
        </p:nvSpPr>
        <p:spPr>
          <a:prstGeom prst="rect">
            <a:avLst/>
          </a:prstGeom>
        </p:spPr>
        <p:txBody>
          <a:bodyPr/>
          <a:lstStyle>
            <a:lvl1pPr>
              <a:spcBef>
                <a:spcPts val="3375"/>
              </a:spcBef>
              <a:defRPr sz="1800">
                <a:solidFill>
                  <a:srgbClr val="747474"/>
                </a:solidFill>
              </a:defRPr>
            </a:lvl1pPr>
            <a:lvl2pPr>
              <a:spcBef>
                <a:spcPts val="3375"/>
              </a:spcBef>
              <a:defRPr>
                <a:solidFill>
                  <a:srgbClr val="747474"/>
                </a:solidFill>
              </a:defRPr>
            </a:lvl2pPr>
            <a:lvl3pPr>
              <a:spcBef>
                <a:spcPts val="3375"/>
              </a:spcBef>
              <a:defRPr>
                <a:solidFill>
                  <a:srgbClr val="747474"/>
                </a:solidFill>
              </a:defRPr>
            </a:lvl3pPr>
            <a:lvl4pPr>
              <a:spcBef>
                <a:spcPts val="3375"/>
              </a:spcBef>
              <a:defRPr>
                <a:solidFill>
                  <a:srgbClr val="747474"/>
                </a:solidFill>
              </a:defRPr>
            </a:lvl4pPr>
            <a:lvl5pPr>
              <a:spcBef>
                <a:spcPts val="3375"/>
              </a:spcBef>
              <a:defRPr>
                <a:solidFill>
                  <a:srgbClr val="747474"/>
                </a:solidFill>
              </a:defRPr>
            </a:lvl5pPr>
          </a:lstStyle>
          <a:p>
            <a:r>
              <a:t>Body Level One</a:t>
            </a:r>
          </a:p>
          <a:p>
            <a:pPr lvl="1"/>
            <a:r>
              <a:t>Body Level Two</a:t>
            </a:r>
          </a:p>
          <a:p>
            <a:pPr lvl="2"/>
            <a:r>
              <a:t>Body Level Three</a:t>
            </a:r>
          </a:p>
          <a:p>
            <a:pPr lvl="3"/>
            <a:r>
              <a:t>Body Level Four</a:t>
            </a:r>
          </a:p>
          <a:p>
            <a:pPr lvl="4"/>
            <a:r>
              <a:t>Body Level Five</a:t>
            </a:r>
          </a:p>
        </p:txBody>
      </p:sp>
      <p:sp>
        <p:nvSpPr>
          <p:cNvPr id="23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5.xml><?xml version="1.0" encoding="utf-8"?>
<p:sldLayout xmlns:a="http://schemas.openxmlformats.org/drawingml/2006/main" xmlns:r="http://schemas.openxmlformats.org/officeDocument/2006/relationships" xmlns:p="http://schemas.openxmlformats.org/presentationml/2006/main" type="tx">
  <p:cSld name="Title &amp; Bullets copy 2">
    <p:spTree>
      <p:nvGrpSpPr>
        <p:cNvPr id="1" name=""/>
        <p:cNvGrpSpPr/>
        <p:nvPr/>
      </p:nvGrpSpPr>
      <p:grpSpPr>
        <a:xfrm>
          <a:off x="0" y="0"/>
          <a:ext cx="0" cy="0"/>
          <a:chOff x="0" y="0"/>
          <a:chExt cx="0" cy="0"/>
        </a:xfrm>
      </p:grpSpPr>
      <p:sp>
        <p:nvSpPr>
          <p:cNvPr id="241" name="Title Text"/>
          <p:cNvSpPr txBox="1">
            <a:spLocks noGrp="1"/>
          </p:cNvSpPr>
          <p:nvPr>
            <p:ph type="title"/>
          </p:nvPr>
        </p:nvSpPr>
        <p:spPr>
          <a:prstGeom prst="rect">
            <a:avLst/>
          </a:prstGeom>
        </p:spPr>
        <p:txBody>
          <a:bodyPr/>
          <a:lstStyle/>
          <a:p>
            <a:r>
              <a:t>Title Text</a:t>
            </a:r>
          </a:p>
        </p:txBody>
      </p:sp>
      <p:sp>
        <p:nvSpPr>
          <p:cNvPr id="242" name="Body Level One…"/>
          <p:cNvSpPr txBox="1">
            <a:spLocks noGrp="1"/>
          </p:cNvSpPr>
          <p:nvPr>
            <p:ph type="body" idx="1"/>
          </p:nvPr>
        </p:nvSpPr>
        <p:spPr>
          <a:prstGeom prst="rect">
            <a:avLst/>
          </a:prstGeom>
        </p:spPr>
        <p:txBody>
          <a:bodyPr/>
          <a:lstStyle>
            <a:lvl1pPr>
              <a:spcBef>
                <a:spcPts val="3375"/>
              </a:spcBef>
              <a:defRPr sz="1800">
                <a:solidFill>
                  <a:srgbClr val="747474"/>
                </a:solidFill>
              </a:defRPr>
            </a:lvl1pPr>
            <a:lvl2pPr>
              <a:spcBef>
                <a:spcPts val="3375"/>
              </a:spcBef>
              <a:defRPr>
                <a:solidFill>
                  <a:srgbClr val="747474"/>
                </a:solidFill>
              </a:defRPr>
            </a:lvl2pPr>
            <a:lvl3pPr>
              <a:spcBef>
                <a:spcPts val="3375"/>
              </a:spcBef>
              <a:defRPr>
                <a:solidFill>
                  <a:srgbClr val="747474"/>
                </a:solidFill>
              </a:defRPr>
            </a:lvl3pPr>
            <a:lvl4pPr>
              <a:spcBef>
                <a:spcPts val="3375"/>
              </a:spcBef>
              <a:defRPr>
                <a:solidFill>
                  <a:srgbClr val="747474"/>
                </a:solidFill>
              </a:defRPr>
            </a:lvl4pPr>
            <a:lvl5pPr>
              <a:spcBef>
                <a:spcPts val="3375"/>
              </a:spcBef>
              <a:defRPr>
                <a:solidFill>
                  <a:srgbClr val="747474"/>
                </a:solidFill>
              </a:defRPr>
            </a:lvl5pPr>
          </a:lstStyle>
          <a:p>
            <a:r>
              <a:t>Body Level One</a:t>
            </a:r>
          </a:p>
          <a:p>
            <a:pPr lvl="1"/>
            <a:r>
              <a:t>Body Level Two</a:t>
            </a:r>
          </a:p>
          <a:p>
            <a:pPr lvl="2"/>
            <a:r>
              <a:t>Body Level Three</a:t>
            </a:r>
          </a:p>
          <a:p>
            <a:pPr lvl="3"/>
            <a:r>
              <a:t>Body Level Four</a:t>
            </a:r>
          </a:p>
          <a:p>
            <a:pPr lvl="4"/>
            <a:r>
              <a:t>Body Level Five</a:t>
            </a:r>
          </a:p>
        </p:txBody>
      </p:sp>
      <p:sp>
        <p:nvSpPr>
          <p:cNvPr id="24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6.xml><?xml version="1.0" encoding="utf-8"?>
<p:sldLayout xmlns:a="http://schemas.openxmlformats.org/drawingml/2006/main" xmlns:r="http://schemas.openxmlformats.org/officeDocument/2006/relationships" xmlns:p="http://schemas.openxmlformats.org/presentationml/2006/main" type="tx">
  <p:cSld name="Title &amp; Bullets copy 3">
    <p:spTree>
      <p:nvGrpSpPr>
        <p:cNvPr id="1" name=""/>
        <p:cNvGrpSpPr/>
        <p:nvPr/>
      </p:nvGrpSpPr>
      <p:grpSpPr>
        <a:xfrm>
          <a:off x="0" y="0"/>
          <a:ext cx="0" cy="0"/>
          <a:chOff x="0" y="0"/>
          <a:chExt cx="0" cy="0"/>
        </a:xfrm>
      </p:grpSpPr>
      <p:sp>
        <p:nvSpPr>
          <p:cNvPr id="250" name="Title Text"/>
          <p:cNvSpPr txBox="1">
            <a:spLocks noGrp="1"/>
          </p:cNvSpPr>
          <p:nvPr>
            <p:ph type="title"/>
          </p:nvPr>
        </p:nvSpPr>
        <p:spPr>
          <a:prstGeom prst="rect">
            <a:avLst/>
          </a:prstGeom>
        </p:spPr>
        <p:txBody>
          <a:bodyPr/>
          <a:lstStyle/>
          <a:p>
            <a:r>
              <a:t>Title Text</a:t>
            </a:r>
          </a:p>
        </p:txBody>
      </p:sp>
      <p:sp>
        <p:nvSpPr>
          <p:cNvPr id="251" name="Body Level One…"/>
          <p:cNvSpPr txBox="1">
            <a:spLocks noGrp="1"/>
          </p:cNvSpPr>
          <p:nvPr>
            <p:ph type="body" idx="1"/>
          </p:nvPr>
        </p:nvSpPr>
        <p:spPr>
          <a:prstGeom prst="rect">
            <a:avLst/>
          </a:prstGeom>
        </p:spPr>
        <p:txBody>
          <a:bodyPr/>
          <a:lstStyle>
            <a:lvl1pPr>
              <a:spcBef>
                <a:spcPts val="3375"/>
              </a:spcBef>
              <a:defRPr sz="1800">
                <a:solidFill>
                  <a:srgbClr val="747474"/>
                </a:solidFill>
              </a:defRPr>
            </a:lvl1pPr>
            <a:lvl2pPr>
              <a:spcBef>
                <a:spcPts val="3375"/>
              </a:spcBef>
              <a:defRPr>
                <a:solidFill>
                  <a:srgbClr val="747474"/>
                </a:solidFill>
              </a:defRPr>
            </a:lvl2pPr>
            <a:lvl3pPr>
              <a:spcBef>
                <a:spcPts val="3375"/>
              </a:spcBef>
              <a:defRPr>
                <a:solidFill>
                  <a:srgbClr val="747474"/>
                </a:solidFill>
              </a:defRPr>
            </a:lvl3pPr>
            <a:lvl4pPr>
              <a:spcBef>
                <a:spcPts val="3375"/>
              </a:spcBef>
              <a:defRPr>
                <a:solidFill>
                  <a:srgbClr val="747474"/>
                </a:solidFill>
              </a:defRPr>
            </a:lvl4pPr>
            <a:lvl5pPr>
              <a:spcBef>
                <a:spcPts val="3375"/>
              </a:spcBef>
              <a:defRPr>
                <a:solidFill>
                  <a:srgbClr val="747474"/>
                </a:solidFill>
              </a:defRPr>
            </a:lvl5pPr>
          </a:lstStyle>
          <a:p>
            <a:r>
              <a:t>Body Level One</a:t>
            </a:r>
          </a:p>
          <a:p>
            <a:pPr lvl="1"/>
            <a:r>
              <a:t>Body Level Two</a:t>
            </a:r>
          </a:p>
          <a:p>
            <a:pPr lvl="2"/>
            <a:r>
              <a:t>Body Level Three</a:t>
            </a:r>
          </a:p>
          <a:p>
            <a:pPr lvl="3"/>
            <a:r>
              <a:t>Body Level Four</a:t>
            </a:r>
          </a:p>
          <a:p>
            <a:pPr lvl="4"/>
            <a:r>
              <a:t>Body Level Five</a:t>
            </a:r>
          </a:p>
        </p:txBody>
      </p:sp>
      <p:sp>
        <p:nvSpPr>
          <p:cNvPr id="25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7.xml><?xml version="1.0" encoding="utf-8"?>
<p:sldLayout xmlns:a="http://schemas.openxmlformats.org/drawingml/2006/main" xmlns:r="http://schemas.openxmlformats.org/officeDocument/2006/relationships" xmlns:p="http://schemas.openxmlformats.org/presentationml/2006/main" type="tx">
  <p:cSld name="Title &amp; Bullets copy 4">
    <p:spTree>
      <p:nvGrpSpPr>
        <p:cNvPr id="1" name=""/>
        <p:cNvGrpSpPr/>
        <p:nvPr/>
      </p:nvGrpSpPr>
      <p:grpSpPr>
        <a:xfrm>
          <a:off x="0" y="0"/>
          <a:ext cx="0" cy="0"/>
          <a:chOff x="0" y="0"/>
          <a:chExt cx="0" cy="0"/>
        </a:xfrm>
      </p:grpSpPr>
      <p:sp>
        <p:nvSpPr>
          <p:cNvPr id="259" name="Title Text"/>
          <p:cNvSpPr txBox="1">
            <a:spLocks noGrp="1"/>
          </p:cNvSpPr>
          <p:nvPr>
            <p:ph type="title"/>
          </p:nvPr>
        </p:nvSpPr>
        <p:spPr>
          <a:prstGeom prst="rect">
            <a:avLst/>
          </a:prstGeom>
        </p:spPr>
        <p:txBody>
          <a:bodyPr/>
          <a:lstStyle/>
          <a:p>
            <a:r>
              <a:t>Title Text</a:t>
            </a:r>
          </a:p>
        </p:txBody>
      </p:sp>
      <p:sp>
        <p:nvSpPr>
          <p:cNvPr id="260" name="Body Level One…"/>
          <p:cNvSpPr txBox="1">
            <a:spLocks noGrp="1"/>
          </p:cNvSpPr>
          <p:nvPr>
            <p:ph type="body" idx="1"/>
          </p:nvPr>
        </p:nvSpPr>
        <p:spPr>
          <a:prstGeom prst="rect">
            <a:avLst/>
          </a:prstGeom>
        </p:spPr>
        <p:txBody>
          <a:bodyPr/>
          <a:lstStyle>
            <a:lvl1pPr>
              <a:spcBef>
                <a:spcPts val="3375"/>
              </a:spcBef>
              <a:defRPr sz="1800">
                <a:solidFill>
                  <a:srgbClr val="747474"/>
                </a:solidFill>
              </a:defRPr>
            </a:lvl1pPr>
            <a:lvl2pPr>
              <a:spcBef>
                <a:spcPts val="3375"/>
              </a:spcBef>
              <a:defRPr>
                <a:solidFill>
                  <a:srgbClr val="747474"/>
                </a:solidFill>
              </a:defRPr>
            </a:lvl2pPr>
            <a:lvl3pPr>
              <a:spcBef>
                <a:spcPts val="3375"/>
              </a:spcBef>
              <a:defRPr>
                <a:solidFill>
                  <a:srgbClr val="747474"/>
                </a:solidFill>
              </a:defRPr>
            </a:lvl3pPr>
            <a:lvl4pPr>
              <a:spcBef>
                <a:spcPts val="3375"/>
              </a:spcBef>
              <a:defRPr>
                <a:solidFill>
                  <a:srgbClr val="747474"/>
                </a:solidFill>
              </a:defRPr>
            </a:lvl4pPr>
            <a:lvl5pPr>
              <a:spcBef>
                <a:spcPts val="3375"/>
              </a:spcBef>
              <a:defRPr>
                <a:solidFill>
                  <a:srgbClr val="747474"/>
                </a:solidFill>
              </a:defRPr>
            </a:lvl5pPr>
          </a:lstStyle>
          <a:p>
            <a:r>
              <a:t>Body Level One</a:t>
            </a:r>
          </a:p>
          <a:p>
            <a:pPr lvl="1"/>
            <a:r>
              <a:t>Body Level Two</a:t>
            </a:r>
          </a:p>
          <a:p>
            <a:pPr lvl="2"/>
            <a:r>
              <a:t>Body Level Three</a:t>
            </a:r>
          </a:p>
          <a:p>
            <a:pPr lvl="3"/>
            <a:r>
              <a:t>Body Level Four</a:t>
            </a:r>
          </a:p>
          <a:p>
            <a:pPr lvl="4"/>
            <a:r>
              <a:t>Body Level Five</a:t>
            </a:r>
          </a:p>
        </p:txBody>
      </p:sp>
      <p:sp>
        <p:nvSpPr>
          <p:cNvPr id="26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8.xml><?xml version="1.0" encoding="utf-8"?>
<p:sldLayout xmlns:a="http://schemas.openxmlformats.org/drawingml/2006/main" xmlns:r="http://schemas.openxmlformats.org/officeDocument/2006/relationships" xmlns:p="http://schemas.openxmlformats.org/presentationml/2006/main" type="tx">
  <p:cSld name="Title &amp; Bullets copy 5">
    <p:spTree>
      <p:nvGrpSpPr>
        <p:cNvPr id="1" name=""/>
        <p:cNvGrpSpPr/>
        <p:nvPr/>
      </p:nvGrpSpPr>
      <p:grpSpPr>
        <a:xfrm>
          <a:off x="0" y="0"/>
          <a:ext cx="0" cy="0"/>
          <a:chOff x="0" y="0"/>
          <a:chExt cx="0" cy="0"/>
        </a:xfrm>
      </p:grpSpPr>
      <p:sp>
        <p:nvSpPr>
          <p:cNvPr id="268" name="Title Text"/>
          <p:cNvSpPr txBox="1">
            <a:spLocks noGrp="1"/>
          </p:cNvSpPr>
          <p:nvPr>
            <p:ph type="title"/>
          </p:nvPr>
        </p:nvSpPr>
        <p:spPr>
          <a:prstGeom prst="rect">
            <a:avLst/>
          </a:prstGeom>
        </p:spPr>
        <p:txBody>
          <a:bodyPr/>
          <a:lstStyle/>
          <a:p>
            <a:r>
              <a:t>Title Text</a:t>
            </a:r>
          </a:p>
        </p:txBody>
      </p:sp>
      <p:sp>
        <p:nvSpPr>
          <p:cNvPr id="269" name="Body Level One…"/>
          <p:cNvSpPr txBox="1">
            <a:spLocks noGrp="1"/>
          </p:cNvSpPr>
          <p:nvPr>
            <p:ph type="body" idx="1"/>
          </p:nvPr>
        </p:nvSpPr>
        <p:spPr>
          <a:prstGeom prst="rect">
            <a:avLst/>
          </a:prstGeom>
        </p:spPr>
        <p:txBody>
          <a:bodyPr/>
          <a:lstStyle>
            <a:lvl1pPr>
              <a:spcBef>
                <a:spcPts val="3375"/>
              </a:spcBef>
              <a:defRPr sz="1800">
                <a:solidFill>
                  <a:srgbClr val="747474"/>
                </a:solidFill>
              </a:defRPr>
            </a:lvl1pPr>
            <a:lvl2pPr>
              <a:spcBef>
                <a:spcPts val="3375"/>
              </a:spcBef>
              <a:defRPr>
                <a:solidFill>
                  <a:srgbClr val="747474"/>
                </a:solidFill>
              </a:defRPr>
            </a:lvl2pPr>
            <a:lvl3pPr>
              <a:spcBef>
                <a:spcPts val="3375"/>
              </a:spcBef>
              <a:defRPr>
                <a:solidFill>
                  <a:srgbClr val="747474"/>
                </a:solidFill>
              </a:defRPr>
            </a:lvl3pPr>
            <a:lvl4pPr>
              <a:spcBef>
                <a:spcPts val="3375"/>
              </a:spcBef>
              <a:defRPr>
                <a:solidFill>
                  <a:srgbClr val="747474"/>
                </a:solidFill>
              </a:defRPr>
            </a:lvl4pPr>
            <a:lvl5pPr>
              <a:spcBef>
                <a:spcPts val="3375"/>
              </a:spcBef>
              <a:defRPr>
                <a:solidFill>
                  <a:srgbClr val="747474"/>
                </a:solidFill>
              </a:defRPr>
            </a:lvl5pPr>
          </a:lstStyle>
          <a:p>
            <a:r>
              <a:t>Body Level One</a:t>
            </a:r>
          </a:p>
          <a:p>
            <a:pPr lvl="1"/>
            <a:r>
              <a:t>Body Level Two</a:t>
            </a:r>
          </a:p>
          <a:p>
            <a:pPr lvl="2"/>
            <a:r>
              <a:t>Body Level Three</a:t>
            </a:r>
          </a:p>
          <a:p>
            <a:pPr lvl="3"/>
            <a:r>
              <a:t>Body Level Four</a:t>
            </a:r>
          </a:p>
          <a:p>
            <a:pPr lvl="4"/>
            <a:r>
              <a:t>Body Level Five</a:t>
            </a:r>
          </a:p>
        </p:txBody>
      </p:sp>
      <p:sp>
        <p:nvSpPr>
          <p:cNvPr id="27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9.xml><?xml version="1.0" encoding="utf-8"?>
<p:sldLayout xmlns:a="http://schemas.openxmlformats.org/drawingml/2006/main" xmlns:r="http://schemas.openxmlformats.org/officeDocument/2006/relationships" xmlns:p="http://schemas.openxmlformats.org/presentationml/2006/main" type="tx">
  <p:cSld name="Title &amp; Bullets copy 6">
    <p:spTree>
      <p:nvGrpSpPr>
        <p:cNvPr id="1" name=""/>
        <p:cNvGrpSpPr/>
        <p:nvPr/>
      </p:nvGrpSpPr>
      <p:grpSpPr>
        <a:xfrm>
          <a:off x="0" y="0"/>
          <a:ext cx="0" cy="0"/>
          <a:chOff x="0" y="0"/>
          <a:chExt cx="0" cy="0"/>
        </a:xfrm>
      </p:grpSpPr>
      <p:sp>
        <p:nvSpPr>
          <p:cNvPr id="277" name="Title Text"/>
          <p:cNvSpPr txBox="1">
            <a:spLocks noGrp="1"/>
          </p:cNvSpPr>
          <p:nvPr>
            <p:ph type="title"/>
          </p:nvPr>
        </p:nvSpPr>
        <p:spPr>
          <a:prstGeom prst="rect">
            <a:avLst/>
          </a:prstGeom>
        </p:spPr>
        <p:txBody>
          <a:bodyPr/>
          <a:lstStyle/>
          <a:p>
            <a:r>
              <a:t>Title Text</a:t>
            </a:r>
          </a:p>
        </p:txBody>
      </p:sp>
      <p:sp>
        <p:nvSpPr>
          <p:cNvPr id="278" name="Body Level One…"/>
          <p:cNvSpPr txBox="1">
            <a:spLocks noGrp="1"/>
          </p:cNvSpPr>
          <p:nvPr>
            <p:ph type="body" idx="1"/>
          </p:nvPr>
        </p:nvSpPr>
        <p:spPr>
          <a:prstGeom prst="rect">
            <a:avLst/>
          </a:prstGeom>
        </p:spPr>
        <p:txBody>
          <a:bodyPr/>
          <a:lstStyle>
            <a:lvl1pPr>
              <a:spcBef>
                <a:spcPts val="3375"/>
              </a:spcBef>
              <a:defRPr sz="1800">
                <a:solidFill>
                  <a:srgbClr val="747474"/>
                </a:solidFill>
              </a:defRPr>
            </a:lvl1pPr>
            <a:lvl2pPr>
              <a:spcBef>
                <a:spcPts val="3375"/>
              </a:spcBef>
              <a:defRPr>
                <a:solidFill>
                  <a:srgbClr val="747474"/>
                </a:solidFill>
              </a:defRPr>
            </a:lvl2pPr>
            <a:lvl3pPr>
              <a:spcBef>
                <a:spcPts val="3375"/>
              </a:spcBef>
              <a:defRPr>
                <a:solidFill>
                  <a:srgbClr val="747474"/>
                </a:solidFill>
              </a:defRPr>
            </a:lvl3pPr>
            <a:lvl4pPr>
              <a:spcBef>
                <a:spcPts val="3375"/>
              </a:spcBef>
              <a:defRPr>
                <a:solidFill>
                  <a:srgbClr val="747474"/>
                </a:solidFill>
              </a:defRPr>
            </a:lvl4pPr>
            <a:lvl5pPr>
              <a:spcBef>
                <a:spcPts val="3375"/>
              </a:spcBef>
              <a:defRPr>
                <a:solidFill>
                  <a:srgbClr val="747474"/>
                </a:solidFill>
              </a:defRPr>
            </a:lvl5pPr>
          </a:lstStyle>
          <a:p>
            <a:r>
              <a:t>Body Level One</a:t>
            </a:r>
          </a:p>
          <a:p>
            <a:pPr lvl="1"/>
            <a:r>
              <a:t>Body Level Two</a:t>
            </a:r>
          </a:p>
          <a:p>
            <a:pPr lvl="2"/>
            <a:r>
              <a:t>Body Level Three</a:t>
            </a:r>
          </a:p>
          <a:p>
            <a:pPr lvl="3"/>
            <a:r>
              <a:t>Body Level Four</a:t>
            </a:r>
          </a:p>
          <a:p>
            <a:pPr lvl="4"/>
            <a:r>
              <a:t>Body Level Five</a:t>
            </a:r>
          </a:p>
        </p:txBody>
      </p:sp>
      <p:sp>
        <p:nvSpPr>
          <p:cNvPr id="27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0.xml><?xml version="1.0" encoding="utf-8"?>
<p:sldLayout xmlns:a="http://schemas.openxmlformats.org/drawingml/2006/main" xmlns:r="http://schemas.openxmlformats.org/officeDocument/2006/relationships" xmlns:p="http://schemas.openxmlformats.org/presentationml/2006/main" type="tx">
  <p:cSld name="Title &amp; Bullets copy 2">
    <p:spTree>
      <p:nvGrpSpPr>
        <p:cNvPr id="1" name=""/>
        <p:cNvGrpSpPr/>
        <p:nvPr/>
      </p:nvGrpSpPr>
      <p:grpSpPr>
        <a:xfrm>
          <a:off x="0" y="0"/>
          <a:ext cx="0" cy="0"/>
          <a:chOff x="0" y="0"/>
          <a:chExt cx="0" cy="0"/>
        </a:xfrm>
      </p:grpSpPr>
      <p:sp>
        <p:nvSpPr>
          <p:cNvPr id="286" name="Title Text"/>
          <p:cNvSpPr txBox="1">
            <a:spLocks noGrp="1"/>
          </p:cNvSpPr>
          <p:nvPr>
            <p:ph type="title"/>
          </p:nvPr>
        </p:nvSpPr>
        <p:spPr>
          <a:prstGeom prst="rect">
            <a:avLst/>
          </a:prstGeom>
        </p:spPr>
        <p:txBody>
          <a:bodyPr lIns="38100" tIns="38100" rIns="38100" bIns="38100"/>
          <a:lstStyle>
            <a:lvl1pPr>
              <a:defRPr sz="2800"/>
            </a:lvl1pPr>
          </a:lstStyle>
          <a:p>
            <a:r>
              <a:t>Title Text</a:t>
            </a:r>
          </a:p>
        </p:txBody>
      </p:sp>
      <p:sp>
        <p:nvSpPr>
          <p:cNvPr id="287" name="Body Level One…"/>
          <p:cNvSpPr txBox="1">
            <a:spLocks noGrp="1"/>
          </p:cNvSpPr>
          <p:nvPr>
            <p:ph type="body" idx="1"/>
          </p:nvPr>
        </p:nvSpPr>
        <p:spPr>
          <a:prstGeom prst="rect">
            <a:avLst/>
          </a:prstGeom>
        </p:spPr>
        <p:txBody>
          <a:bodyPr lIns="38100" tIns="38100" rIns="38100" bIns="38100"/>
          <a:lstStyle>
            <a:lvl1pPr marL="142870" indent="-142870">
              <a:spcBef>
                <a:spcPts val="3445"/>
              </a:spcBef>
              <a:defRPr sz="1700"/>
            </a:lvl1pPr>
            <a:lvl2pPr marL="383963" indent="-142870">
              <a:spcBef>
                <a:spcPts val="3445"/>
              </a:spcBef>
              <a:defRPr sz="1700"/>
            </a:lvl2pPr>
            <a:lvl3pPr marL="625056" indent="-142870">
              <a:spcBef>
                <a:spcPts val="3445"/>
              </a:spcBef>
              <a:defRPr sz="1700"/>
            </a:lvl3pPr>
            <a:lvl4pPr marL="866149" indent="-142870">
              <a:spcBef>
                <a:spcPts val="3445"/>
              </a:spcBef>
              <a:defRPr sz="1700"/>
            </a:lvl4pPr>
            <a:lvl5pPr marL="1107242" indent="-142870">
              <a:spcBef>
                <a:spcPts val="3445"/>
              </a:spcBef>
              <a:defRPr sz="1700"/>
            </a:lvl5pPr>
          </a:lstStyle>
          <a:p>
            <a:r>
              <a:t>Body Level One</a:t>
            </a:r>
          </a:p>
          <a:p>
            <a:pPr lvl="1"/>
            <a:r>
              <a:t>Body Level Two</a:t>
            </a:r>
          </a:p>
          <a:p>
            <a:pPr lvl="2"/>
            <a:r>
              <a:t>Body Level Three</a:t>
            </a:r>
          </a:p>
          <a:p>
            <a:pPr lvl="3"/>
            <a:r>
              <a:t>Body Level Four</a:t>
            </a:r>
          </a:p>
          <a:p>
            <a:pPr lvl="4"/>
            <a:r>
              <a:t>Body Level Five</a:t>
            </a:r>
          </a:p>
        </p:txBody>
      </p:sp>
      <p:sp>
        <p:nvSpPr>
          <p:cNvPr id="288" name="Slide Number"/>
          <p:cNvSpPr txBox="1">
            <a:spLocks noGrp="1"/>
          </p:cNvSpPr>
          <p:nvPr>
            <p:ph type="sldNum" sz="quarter" idx="2"/>
          </p:nvPr>
        </p:nvSpPr>
        <p:spPr>
          <a:xfrm>
            <a:off x="8667369" y="6509742"/>
            <a:ext cx="181666" cy="175594"/>
          </a:xfrm>
          <a:prstGeom prst="rect">
            <a:avLst/>
          </a:prstGeom>
        </p:spPr>
        <p:txBody>
          <a:bodyPr lIns="38100" tIns="38100" rIns="38100" bIns="38100"/>
          <a:lstStyle>
            <a:lvl1pPr>
              <a:defRPr sz="800"/>
            </a:lvl1pPr>
          </a:lstStyle>
          <a:p>
            <a:fld id="{86CB4B4D-7CA3-9044-876B-883B54F8677D}" type="slidenum">
              <a:t>‹#›</a:t>
            </a:fld>
            <a:endParaRPr/>
          </a:p>
        </p:txBody>
      </p:sp>
    </p:spTree>
  </p:cSld>
  <p:clrMapOvr>
    <a:masterClrMapping/>
  </p:clrMapOvr>
  <p:transition spd="med"/>
</p:sldLayout>
</file>

<file path=ppt/slideLayouts/slideLayout41.xml><?xml version="1.0" encoding="utf-8"?>
<p:sldLayout xmlns:a="http://schemas.openxmlformats.org/drawingml/2006/main" xmlns:r="http://schemas.openxmlformats.org/officeDocument/2006/relationships" xmlns:p="http://schemas.openxmlformats.org/presentationml/2006/main" type="tx">
  <p:cSld name="Title &amp; Bullets copy 7">
    <p:spTree>
      <p:nvGrpSpPr>
        <p:cNvPr id="1" name=""/>
        <p:cNvGrpSpPr/>
        <p:nvPr/>
      </p:nvGrpSpPr>
      <p:grpSpPr>
        <a:xfrm>
          <a:off x="0" y="0"/>
          <a:ext cx="0" cy="0"/>
          <a:chOff x="0" y="0"/>
          <a:chExt cx="0" cy="0"/>
        </a:xfrm>
      </p:grpSpPr>
      <p:sp>
        <p:nvSpPr>
          <p:cNvPr id="295" name="Title Text"/>
          <p:cNvSpPr txBox="1">
            <a:spLocks noGrp="1"/>
          </p:cNvSpPr>
          <p:nvPr>
            <p:ph type="title"/>
          </p:nvPr>
        </p:nvSpPr>
        <p:spPr>
          <a:prstGeom prst="rect">
            <a:avLst/>
          </a:prstGeom>
        </p:spPr>
        <p:txBody>
          <a:bodyPr/>
          <a:lstStyle/>
          <a:p>
            <a:r>
              <a:t>Title Text</a:t>
            </a:r>
          </a:p>
        </p:txBody>
      </p:sp>
      <p:sp>
        <p:nvSpPr>
          <p:cNvPr id="296" name="Body Level One…"/>
          <p:cNvSpPr txBox="1">
            <a:spLocks noGrp="1"/>
          </p:cNvSpPr>
          <p:nvPr>
            <p:ph type="body" idx="1"/>
          </p:nvPr>
        </p:nvSpPr>
        <p:spPr>
          <a:prstGeom prst="rect">
            <a:avLst/>
          </a:prstGeom>
        </p:spPr>
        <p:txBody>
          <a:bodyPr/>
          <a:lstStyle>
            <a:lvl1pPr>
              <a:spcBef>
                <a:spcPts val="3375"/>
              </a:spcBef>
              <a:defRPr sz="1800">
                <a:solidFill>
                  <a:srgbClr val="747474"/>
                </a:solidFill>
              </a:defRPr>
            </a:lvl1pPr>
            <a:lvl2pPr>
              <a:spcBef>
                <a:spcPts val="3375"/>
              </a:spcBef>
              <a:defRPr>
                <a:solidFill>
                  <a:srgbClr val="747474"/>
                </a:solidFill>
              </a:defRPr>
            </a:lvl2pPr>
            <a:lvl3pPr>
              <a:spcBef>
                <a:spcPts val="3375"/>
              </a:spcBef>
              <a:defRPr>
                <a:solidFill>
                  <a:srgbClr val="747474"/>
                </a:solidFill>
              </a:defRPr>
            </a:lvl3pPr>
            <a:lvl4pPr>
              <a:spcBef>
                <a:spcPts val="3375"/>
              </a:spcBef>
              <a:defRPr>
                <a:solidFill>
                  <a:srgbClr val="747474"/>
                </a:solidFill>
              </a:defRPr>
            </a:lvl4pPr>
            <a:lvl5pPr>
              <a:spcBef>
                <a:spcPts val="3375"/>
              </a:spcBef>
              <a:defRPr>
                <a:solidFill>
                  <a:srgbClr val="747474"/>
                </a:solidFill>
              </a:defRPr>
            </a:lvl5pPr>
          </a:lstStyle>
          <a:p>
            <a:r>
              <a:t>Body Level One</a:t>
            </a:r>
          </a:p>
          <a:p>
            <a:pPr lvl="1"/>
            <a:r>
              <a:t>Body Level Two</a:t>
            </a:r>
          </a:p>
          <a:p>
            <a:pPr lvl="2"/>
            <a:r>
              <a:t>Body Level Three</a:t>
            </a:r>
          </a:p>
          <a:p>
            <a:pPr lvl="3"/>
            <a:r>
              <a:t>Body Level Four</a:t>
            </a:r>
          </a:p>
          <a:p>
            <a:pPr lvl="4"/>
            <a:r>
              <a:t>Body Level Five</a:t>
            </a:r>
          </a:p>
        </p:txBody>
      </p:sp>
      <p:sp>
        <p:nvSpPr>
          <p:cNvPr id="29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2.xml><?xml version="1.0" encoding="utf-8"?>
<p:sldLayout xmlns:a="http://schemas.openxmlformats.org/drawingml/2006/main" xmlns:r="http://schemas.openxmlformats.org/officeDocument/2006/relationships" xmlns:p="http://schemas.openxmlformats.org/presentationml/2006/main" type="tx">
  <p:cSld name="Title &amp; Bullets copy 8">
    <p:spTree>
      <p:nvGrpSpPr>
        <p:cNvPr id="1" name=""/>
        <p:cNvGrpSpPr/>
        <p:nvPr/>
      </p:nvGrpSpPr>
      <p:grpSpPr>
        <a:xfrm>
          <a:off x="0" y="0"/>
          <a:ext cx="0" cy="0"/>
          <a:chOff x="0" y="0"/>
          <a:chExt cx="0" cy="0"/>
        </a:xfrm>
      </p:grpSpPr>
      <p:sp>
        <p:nvSpPr>
          <p:cNvPr id="304" name="Title Text"/>
          <p:cNvSpPr txBox="1">
            <a:spLocks noGrp="1"/>
          </p:cNvSpPr>
          <p:nvPr>
            <p:ph type="title"/>
          </p:nvPr>
        </p:nvSpPr>
        <p:spPr>
          <a:prstGeom prst="rect">
            <a:avLst/>
          </a:prstGeom>
        </p:spPr>
        <p:txBody>
          <a:bodyPr/>
          <a:lstStyle/>
          <a:p>
            <a:r>
              <a:t>Title Text</a:t>
            </a:r>
          </a:p>
        </p:txBody>
      </p:sp>
      <p:sp>
        <p:nvSpPr>
          <p:cNvPr id="305" name="Body Level One…"/>
          <p:cNvSpPr txBox="1">
            <a:spLocks noGrp="1"/>
          </p:cNvSpPr>
          <p:nvPr>
            <p:ph type="body" idx="1"/>
          </p:nvPr>
        </p:nvSpPr>
        <p:spPr>
          <a:prstGeom prst="rect">
            <a:avLst/>
          </a:prstGeom>
        </p:spPr>
        <p:txBody>
          <a:bodyPr/>
          <a:lstStyle>
            <a:lvl1pPr>
              <a:spcBef>
                <a:spcPts val="3375"/>
              </a:spcBef>
              <a:defRPr sz="1800">
                <a:solidFill>
                  <a:srgbClr val="747474"/>
                </a:solidFill>
              </a:defRPr>
            </a:lvl1pPr>
            <a:lvl2pPr>
              <a:spcBef>
                <a:spcPts val="3375"/>
              </a:spcBef>
              <a:defRPr>
                <a:solidFill>
                  <a:srgbClr val="747474"/>
                </a:solidFill>
              </a:defRPr>
            </a:lvl2pPr>
            <a:lvl3pPr>
              <a:spcBef>
                <a:spcPts val="3375"/>
              </a:spcBef>
              <a:defRPr>
                <a:solidFill>
                  <a:srgbClr val="747474"/>
                </a:solidFill>
              </a:defRPr>
            </a:lvl3pPr>
            <a:lvl4pPr>
              <a:spcBef>
                <a:spcPts val="3375"/>
              </a:spcBef>
              <a:defRPr>
                <a:solidFill>
                  <a:srgbClr val="747474"/>
                </a:solidFill>
              </a:defRPr>
            </a:lvl4pPr>
            <a:lvl5pPr>
              <a:spcBef>
                <a:spcPts val="3375"/>
              </a:spcBef>
              <a:defRPr>
                <a:solidFill>
                  <a:srgbClr val="747474"/>
                </a:solidFill>
              </a:defRPr>
            </a:lvl5pPr>
          </a:lstStyle>
          <a:p>
            <a:r>
              <a:t>Body Level One</a:t>
            </a:r>
          </a:p>
          <a:p>
            <a:pPr lvl="1"/>
            <a:r>
              <a:t>Body Level Two</a:t>
            </a:r>
          </a:p>
          <a:p>
            <a:pPr lvl="2"/>
            <a:r>
              <a:t>Body Level Three</a:t>
            </a:r>
          </a:p>
          <a:p>
            <a:pPr lvl="3"/>
            <a:r>
              <a:t>Body Level Four</a:t>
            </a:r>
          </a:p>
          <a:p>
            <a:pPr lvl="4"/>
            <a:r>
              <a:t>Body Level Five</a:t>
            </a:r>
          </a:p>
        </p:txBody>
      </p:sp>
      <p:sp>
        <p:nvSpPr>
          <p:cNvPr id="30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type="tx">
  <p:cSld name="Title &amp; Bullets">
    <p:spTree>
      <p:nvGrpSpPr>
        <p:cNvPr id="1" name=""/>
        <p:cNvGrpSpPr/>
        <p:nvPr/>
      </p:nvGrpSpPr>
      <p:grpSpPr>
        <a:xfrm>
          <a:off x="0" y="0"/>
          <a:ext cx="0" cy="0"/>
          <a:chOff x="0" y="0"/>
          <a:chExt cx="0" cy="0"/>
        </a:xfrm>
      </p:grpSpPr>
      <p:sp>
        <p:nvSpPr>
          <p:cNvPr id="313" name="Line"/>
          <p:cNvSpPr/>
          <p:nvPr/>
        </p:nvSpPr>
        <p:spPr>
          <a:xfrm>
            <a:off x="455414" y="1384102"/>
            <a:ext cx="8233172" cy="89"/>
          </a:xfrm>
          <a:prstGeom prst="line">
            <a:avLst/>
          </a:prstGeom>
          <a:ln w="12700">
            <a:solidFill>
              <a:srgbClr val="9A9A9A"/>
            </a:solidFill>
            <a:miter lim="400000"/>
          </a:ln>
        </p:spPr>
        <p:txBody>
          <a:bodyPr lIns="35719" tIns="35719" rIns="35719" bIns="35719" anchor="ctr"/>
          <a:lstStyle/>
          <a:p>
            <a:endParaRPr/>
          </a:p>
        </p:txBody>
      </p:sp>
      <p:sp>
        <p:nvSpPr>
          <p:cNvPr id="314" name="Title Text"/>
          <p:cNvSpPr txBox="1">
            <a:spLocks noGrp="1"/>
          </p:cNvSpPr>
          <p:nvPr>
            <p:ph type="title"/>
          </p:nvPr>
        </p:nvSpPr>
        <p:spPr>
          <a:prstGeom prst="rect">
            <a:avLst/>
          </a:prstGeom>
        </p:spPr>
        <p:txBody>
          <a:bodyPr>
            <a:noAutofit/>
          </a:bodyPr>
          <a:lstStyle/>
          <a:p>
            <a:r>
              <a:t>Title Text</a:t>
            </a:r>
          </a:p>
        </p:txBody>
      </p:sp>
      <p:sp>
        <p:nvSpPr>
          <p:cNvPr id="315" name="Body Level One…"/>
          <p:cNvSpPr txBox="1">
            <a:spLocks noGrp="1"/>
          </p:cNvSpPr>
          <p:nvPr>
            <p:ph type="body" idx="1"/>
          </p:nvPr>
        </p:nvSpPr>
        <p:spPr>
          <a:prstGeom prst="rect">
            <a:avLst/>
          </a:prstGeom>
        </p:spPr>
        <p:txBody>
          <a:bodyPr>
            <a:noAutofit/>
          </a:bodyPr>
          <a:lstStyle>
            <a:lvl1pPr>
              <a:spcBef>
                <a:spcPts val="3375"/>
              </a:spcBef>
              <a:defRPr sz="1800">
                <a:solidFill>
                  <a:srgbClr val="747474"/>
                </a:solidFill>
              </a:defRPr>
            </a:lvl1pPr>
            <a:lvl2pPr>
              <a:spcBef>
                <a:spcPts val="3375"/>
              </a:spcBef>
              <a:defRPr>
                <a:solidFill>
                  <a:srgbClr val="747474"/>
                </a:solidFill>
              </a:defRPr>
            </a:lvl2pPr>
            <a:lvl3pPr>
              <a:spcBef>
                <a:spcPts val="3375"/>
              </a:spcBef>
              <a:defRPr>
                <a:solidFill>
                  <a:srgbClr val="747474"/>
                </a:solidFill>
              </a:defRPr>
            </a:lvl3pPr>
            <a:lvl4pPr>
              <a:spcBef>
                <a:spcPts val="3375"/>
              </a:spcBef>
              <a:defRPr>
                <a:solidFill>
                  <a:srgbClr val="747474"/>
                </a:solidFill>
              </a:defRPr>
            </a:lvl4pPr>
            <a:lvl5pPr>
              <a:spcBef>
                <a:spcPts val="3375"/>
              </a:spcBef>
              <a:defRPr>
                <a:solidFill>
                  <a:srgbClr val="747474"/>
                </a:solidFill>
              </a:defRPr>
            </a:lvl5pPr>
          </a:lstStyle>
          <a:p>
            <a:r>
              <a:t>Body Level One</a:t>
            </a:r>
          </a:p>
          <a:p>
            <a:pPr lvl="1"/>
            <a:r>
              <a:t>Body Level Two</a:t>
            </a:r>
          </a:p>
          <a:p>
            <a:pPr lvl="2"/>
            <a:r>
              <a:t>Body Level Three</a:t>
            </a:r>
          </a:p>
          <a:p>
            <a:pPr lvl="3"/>
            <a:r>
              <a:t>Body Level Four</a:t>
            </a:r>
          </a:p>
          <a:p>
            <a:pPr lvl="4"/>
            <a:r>
              <a:t>Body Level Five</a:t>
            </a:r>
          </a:p>
        </p:txBody>
      </p:sp>
      <p:sp>
        <p:nvSpPr>
          <p:cNvPr id="316" name="Slide Number"/>
          <p:cNvSpPr txBox="1">
            <a:spLocks noGrp="1"/>
          </p:cNvSpPr>
          <p:nvPr>
            <p:ph type="sldNum" sz="quarter" idx="2"/>
          </p:nvPr>
        </p:nvSpPr>
        <p:spPr>
          <a:xfrm>
            <a:off x="8585778" y="6465094"/>
            <a:ext cx="259686" cy="256480"/>
          </a:xfrm>
          <a:prstGeom prst="rect">
            <a:avLst/>
          </a:prstGeom>
        </p:spPr>
        <p:txBody>
          <a:bodyPr>
            <a:spAutoFit/>
          </a:bodyPr>
          <a:lstStyle/>
          <a:p>
            <a:fld id="{86CB4B4D-7CA3-9044-876B-883B54F8677D}" type="slidenum">
              <a:t>‹#›</a:t>
            </a:fld>
            <a:endParaRPr/>
          </a:p>
        </p:txBody>
      </p:sp>
    </p:spTree>
  </p:cSld>
  <p:clrMapOvr>
    <a:masterClrMapping/>
  </p:clrMapOvr>
  <p:transition spd="med"/>
</p:sldLayout>
</file>

<file path=ppt/slideLayouts/slideLayout44.xml><?xml version="1.0" encoding="utf-8"?>
<p:sldLayout xmlns:a="http://schemas.openxmlformats.org/drawingml/2006/main" xmlns:r="http://schemas.openxmlformats.org/officeDocument/2006/relationships" xmlns:p="http://schemas.openxmlformats.org/presentationml/2006/main" type="tx">
  <p:cSld name="Title &amp; Bullets copy 15">
    <p:spTree>
      <p:nvGrpSpPr>
        <p:cNvPr id="1" name=""/>
        <p:cNvGrpSpPr/>
        <p:nvPr/>
      </p:nvGrpSpPr>
      <p:grpSpPr>
        <a:xfrm>
          <a:off x="0" y="0"/>
          <a:ext cx="0" cy="0"/>
          <a:chOff x="0" y="0"/>
          <a:chExt cx="0" cy="0"/>
        </a:xfrm>
      </p:grpSpPr>
      <p:sp>
        <p:nvSpPr>
          <p:cNvPr id="323" name="Title Text"/>
          <p:cNvSpPr txBox="1">
            <a:spLocks noGrp="1"/>
          </p:cNvSpPr>
          <p:nvPr>
            <p:ph type="title"/>
          </p:nvPr>
        </p:nvSpPr>
        <p:spPr>
          <a:prstGeom prst="rect">
            <a:avLst/>
          </a:prstGeom>
        </p:spPr>
        <p:txBody>
          <a:bodyPr lIns="38100" tIns="38100" rIns="38100" bIns="38100">
            <a:noAutofit/>
          </a:bodyPr>
          <a:lstStyle>
            <a:lvl1pPr>
              <a:defRPr sz="2800"/>
            </a:lvl1pPr>
          </a:lstStyle>
          <a:p>
            <a:r>
              <a:t>Title Text</a:t>
            </a:r>
          </a:p>
        </p:txBody>
      </p:sp>
      <p:sp>
        <p:nvSpPr>
          <p:cNvPr id="324" name="Body Level One…"/>
          <p:cNvSpPr txBox="1">
            <a:spLocks noGrp="1"/>
          </p:cNvSpPr>
          <p:nvPr>
            <p:ph type="body" idx="1"/>
          </p:nvPr>
        </p:nvSpPr>
        <p:spPr>
          <a:prstGeom prst="rect">
            <a:avLst/>
          </a:prstGeom>
        </p:spPr>
        <p:txBody>
          <a:bodyPr lIns="38100" tIns="38100" rIns="38100" bIns="38100">
            <a:noAutofit/>
          </a:bodyPr>
          <a:lstStyle>
            <a:lvl1pPr marL="142870" indent="-142870">
              <a:spcBef>
                <a:spcPts val="3445"/>
              </a:spcBef>
              <a:defRPr sz="1700"/>
            </a:lvl1pPr>
            <a:lvl2pPr marL="383963" indent="-142870">
              <a:spcBef>
                <a:spcPts val="3445"/>
              </a:spcBef>
              <a:defRPr sz="1700"/>
            </a:lvl2pPr>
            <a:lvl3pPr marL="625056" indent="-142870">
              <a:spcBef>
                <a:spcPts val="3445"/>
              </a:spcBef>
              <a:defRPr sz="1700"/>
            </a:lvl3pPr>
            <a:lvl4pPr marL="866149" indent="-142870">
              <a:spcBef>
                <a:spcPts val="3445"/>
              </a:spcBef>
              <a:defRPr sz="1700"/>
            </a:lvl4pPr>
            <a:lvl5pPr marL="1107242" indent="-142870">
              <a:spcBef>
                <a:spcPts val="3445"/>
              </a:spcBef>
              <a:defRPr sz="1700"/>
            </a:lvl5pPr>
          </a:lstStyle>
          <a:p>
            <a:r>
              <a:t>Body Level One</a:t>
            </a:r>
          </a:p>
          <a:p>
            <a:pPr lvl="1"/>
            <a:r>
              <a:t>Body Level Two</a:t>
            </a:r>
          </a:p>
          <a:p>
            <a:pPr lvl="2"/>
            <a:r>
              <a:t>Body Level Three</a:t>
            </a:r>
          </a:p>
          <a:p>
            <a:pPr lvl="3"/>
            <a:r>
              <a:t>Body Level Four</a:t>
            </a:r>
          </a:p>
          <a:p>
            <a:pPr lvl="4"/>
            <a:r>
              <a:t>Body Level Five</a:t>
            </a:r>
          </a:p>
        </p:txBody>
      </p:sp>
      <p:sp>
        <p:nvSpPr>
          <p:cNvPr id="325" name="Slide Number"/>
          <p:cNvSpPr txBox="1">
            <a:spLocks noGrp="1"/>
          </p:cNvSpPr>
          <p:nvPr>
            <p:ph type="sldNum" sz="quarter" idx="2"/>
          </p:nvPr>
        </p:nvSpPr>
        <p:spPr>
          <a:xfrm>
            <a:off x="8647057" y="6509742"/>
            <a:ext cx="201978" cy="200055"/>
          </a:xfrm>
          <a:prstGeom prst="rect">
            <a:avLst/>
          </a:prstGeom>
        </p:spPr>
        <p:txBody>
          <a:bodyPr lIns="38100" tIns="38100" rIns="38100" bIns="38100">
            <a:spAutoFit/>
          </a:bodyPr>
          <a:lstStyle>
            <a:lvl1pPr>
              <a:defRPr sz="800"/>
            </a:lvl1pPr>
          </a:lstStyle>
          <a:p>
            <a:fld id="{86CB4B4D-7CA3-9044-876B-883B54F8677D}" type="slidenum">
              <a:t>‹#›</a:t>
            </a:fld>
            <a:endParaRPr/>
          </a:p>
        </p:txBody>
      </p:sp>
    </p:spTree>
  </p:cSld>
  <p:clrMapOvr>
    <a:masterClrMapping/>
  </p:clrMapOvr>
  <p:transition spd="med"/>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tx">
  <p:cSld name="Title &amp; Bullets">
    <p:spTree>
      <p:nvGrpSpPr>
        <p:cNvPr id="1" name=""/>
        <p:cNvGrpSpPr/>
        <p:nvPr/>
      </p:nvGrpSpPr>
      <p:grpSpPr>
        <a:xfrm>
          <a:off x="0" y="0"/>
          <a:ext cx="0" cy="0"/>
          <a:chOff x="0" y="0"/>
          <a:chExt cx="0" cy="0"/>
        </a:xfrm>
      </p:grpSpPr>
      <p:sp>
        <p:nvSpPr>
          <p:cNvPr id="332" name="Rectangle"/>
          <p:cNvSpPr/>
          <p:nvPr/>
        </p:nvSpPr>
        <p:spPr>
          <a:xfrm>
            <a:off x="401836" y="1384102"/>
            <a:ext cx="8344762" cy="91"/>
          </a:xfrm>
          <a:prstGeom prst="rect">
            <a:avLst/>
          </a:prstGeom>
          <a:ln w="12700">
            <a:solidFill>
              <a:srgbClr val="9A9A9A"/>
            </a:solidFill>
            <a:miter lim="400000"/>
          </a:ln>
        </p:spPr>
        <p:txBody>
          <a:bodyPr lIns="35719" tIns="35719" rIns="35719" bIns="35719" anchor="ctr"/>
          <a:lstStyle/>
          <a:p>
            <a:endParaRPr/>
          </a:p>
        </p:txBody>
      </p:sp>
      <p:sp>
        <p:nvSpPr>
          <p:cNvPr id="333" name="Title Text"/>
          <p:cNvSpPr txBox="1">
            <a:spLocks noGrp="1"/>
          </p:cNvSpPr>
          <p:nvPr>
            <p:ph type="title"/>
          </p:nvPr>
        </p:nvSpPr>
        <p:spPr>
          <a:prstGeom prst="rect">
            <a:avLst/>
          </a:prstGeom>
        </p:spPr>
        <p:txBody>
          <a:bodyPr/>
          <a:lstStyle>
            <a:lvl1pPr>
              <a:defRPr sz="3400">
                <a:latin typeface="+mj-lt"/>
                <a:ea typeface="+mj-ea"/>
                <a:cs typeface="+mj-cs"/>
                <a:sym typeface="Helvetica Neue"/>
              </a:defRPr>
            </a:lvl1pPr>
          </a:lstStyle>
          <a:p>
            <a:r>
              <a:t>Title Text</a:t>
            </a:r>
          </a:p>
        </p:txBody>
      </p:sp>
      <p:sp>
        <p:nvSpPr>
          <p:cNvPr id="334" name="Body Level One…"/>
          <p:cNvSpPr txBox="1">
            <a:spLocks noGrp="1"/>
          </p:cNvSpPr>
          <p:nvPr>
            <p:ph type="body" idx="1"/>
          </p:nvPr>
        </p:nvSpPr>
        <p:spPr>
          <a:xfrm>
            <a:off x="401836" y="1562695"/>
            <a:ext cx="8340328" cy="4688086"/>
          </a:xfrm>
          <a:prstGeom prst="rect">
            <a:avLst/>
          </a:prstGeom>
        </p:spPr>
        <p:txBody>
          <a:bodyPr/>
          <a:lstStyle>
            <a:lvl1pPr marL="321457" indent="-321457">
              <a:spcBef>
                <a:spcPts val="2953"/>
              </a:spcBef>
              <a:buSzPct val="75000"/>
              <a:buFont typeface="Helvetica Neue"/>
              <a:defRPr sz="2500"/>
            </a:lvl1pPr>
            <a:lvl2pPr marL="642915" indent="-321457">
              <a:spcBef>
                <a:spcPts val="2953"/>
              </a:spcBef>
              <a:buSzPct val="75000"/>
              <a:buFont typeface="Helvetica Neue"/>
              <a:defRPr sz="2500"/>
            </a:lvl2pPr>
            <a:lvl3pPr marL="964372" indent="-321457">
              <a:spcBef>
                <a:spcPts val="2953"/>
              </a:spcBef>
              <a:buSzPct val="75000"/>
              <a:buFont typeface="Helvetica Neue"/>
              <a:defRPr sz="2500"/>
            </a:lvl3pPr>
            <a:lvl4pPr marL="1285829" indent="-321457">
              <a:spcBef>
                <a:spcPts val="2953"/>
              </a:spcBef>
              <a:buSzPct val="75000"/>
              <a:buFont typeface="Helvetica Neue"/>
              <a:defRPr sz="2500"/>
            </a:lvl4pPr>
            <a:lvl5pPr marL="1607287" indent="-321457">
              <a:spcBef>
                <a:spcPts val="2953"/>
              </a:spcBef>
              <a:buSzPct val="75000"/>
              <a:buFont typeface="Helvetica Neue"/>
              <a:defRPr sz="2500"/>
            </a:lvl5pPr>
          </a:lstStyle>
          <a:p>
            <a:r>
              <a:t>Body Level One</a:t>
            </a:r>
          </a:p>
          <a:p>
            <a:pPr lvl="1"/>
            <a:r>
              <a:t>Body Level Two</a:t>
            </a:r>
          </a:p>
          <a:p>
            <a:pPr lvl="2"/>
            <a:r>
              <a:t>Body Level Three</a:t>
            </a:r>
          </a:p>
          <a:p>
            <a:pPr lvl="3"/>
            <a:r>
              <a:t>Body Level Four</a:t>
            </a:r>
          </a:p>
          <a:p>
            <a:pPr lvl="4"/>
            <a:r>
              <a:t>Body Level Five</a:t>
            </a:r>
          </a:p>
        </p:txBody>
      </p:sp>
      <p:sp>
        <p:nvSpPr>
          <p:cNvPr id="335" name="Slide Number"/>
          <p:cNvSpPr txBox="1">
            <a:spLocks noGrp="1"/>
          </p:cNvSpPr>
          <p:nvPr>
            <p:ph type="sldNum" sz="quarter" idx="2"/>
          </p:nvPr>
        </p:nvSpPr>
        <p:spPr>
          <a:xfrm>
            <a:off x="8585778" y="6465094"/>
            <a:ext cx="259686" cy="256480"/>
          </a:xfrm>
          <a:prstGeom prst="rect">
            <a:avLst/>
          </a:prstGeom>
        </p:spPr>
        <p:txBody>
          <a:bodyPr>
            <a:spAutoFit/>
          </a:bodyPr>
          <a:lstStyle/>
          <a:p>
            <a:fld id="{86CB4B4D-7CA3-9044-876B-883B54F8677D}" type="slidenum">
              <a:t>‹#›</a:t>
            </a:fld>
            <a:endParaRPr/>
          </a:p>
        </p:txBody>
      </p:sp>
    </p:spTree>
  </p:cSld>
  <p:clrMapOvr>
    <a:masterClrMapping/>
  </p:clrMapOvr>
  <p:transition spd="med"/>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type="tx">
  <p:cSld name="Title - Top">
    <p:spTree>
      <p:nvGrpSpPr>
        <p:cNvPr id="1" name=""/>
        <p:cNvGrpSpPr/>
        <p:nvPr/>
      </p:nvGrpSpPr>
      <p:grpSpPr>
        <a:xfrm>
          <a:off x="0" y="0"/>
          <a:ext cx="0" cy="0"/>
          <a:chOff x="0" y="0"/>
          <a:chExt cx="0" cy="0"/>
        </a:xfrm>
      </p:grpSpPr>
      <p:sp>
        <p:nvSpPr>
          <p:cNvPr id="342" name="Rectangle"/>
          <p:cNvSpPr/>
          <p:nvPr/>
        </p:nvSpPr>
        <p:spPr>
          <a:xfrm>
            <a:off x="401836" y="1384102"/>
            <a:ext cx="8344762" cy="91"/>
          </a:xfrm>
          <a:prstGeom prst="rect">
            <a:avLst/>
          </a:prstGeom>
          <a:ln w="12700">
            <a:solidFill>
              <a:srgbClr val="9A9A9A"/>
            </a:solidFill>
            <a:miter lim="400000"/>
          </a:ln>
        </p:spPr>
        <p:txBody>
          <a:bodyPr lIns="35719" tIns="35719" rIns="35719" bIns="35719" anchor="ctr"/>
          <a:lstStyle/>
          <a:p>
            <a:endParaRPr/>
          </a:p>
        </p:txBody>
      </p:sp>
      <p:sp>
        <p:nvSpPr>
          <p:cNvPr id="343" name="Title Text"/>
          <p:cNvSpPr txBox="1">
            <a:spLocks noGrp="1"/>
          </p:cNvSpPr>
          <p:nvPr>
            <p:ph type="title"/>
          </p:nvPr>
        </p:nvSpPr>
        <p:spPr>
          <a:prstGeom prst="rect">
            <a:avLst/>
          </a:prstGeom>
        </p:spPr>
        <p:txBody>
          <a:bodyPr/>
          <a:lstStyle>
            <a:lvl1pPr>
              <a:defRPr sz="3400">
                <a:latin typeface="+mj-lt"/>
                <a:ea typeface="+mj-ea"/>
                <a:cs typeface="+mj-cs"/>
                <a:sym typeface="Helvetica Neue"/>
              </a:defRPr>
            </a:lvl1pPr>
          </a:lstStyle>
          <a:p>
            <a:r>
              <a:t>Title Text</a:t>
            </a:r>
          </a:p>
        </p:txBody>
      </p:sp>
      <p:sp>
        <p:nvSpPr>
          <p:cNvPr id="344" name="Slide Number"/>
          <p:cNvSpPr txBox="1">
            <a:spLocks noGrp="1"/>
          </p:cNvSpPr>
          <p:nvPr>
            <p:ph type="sldNum" sz="quarter" idx="2"/>
          </p:nvPr>
        </p:nvSpPr>
        <p:spPr>
          <a:xfrm>
            <a:off x="8585778" y="6465094"/>
            <a:ext cx="259686" cy="256480"/>
          </a:xfrm>
          <a:prstGeom prst="rect">
            <a:avLst/>
          </a:prstGeom>
        </p:spPr>
        <p:txBody>
          <a:bodyPr>
            <a:spAutoFit/>
          </a:bodyPr>
          <a:lstStyle/>
          <a:p>
            <a:fld id="{86CB4B4D-7CA3-9044-876B-883B54F8677D}" type="slidenum">
              <a:t>‹#›</a:t>
            </a:fld>
            <a:endParaRPr/>
          </a:p>
        </p:txBody>
      </p:sp>
    </p:spTree>
  </p:cSld>
  <p:clrMapOvr>
    <a:masterClrMapping/>
  </p:clrMapOvr>
  <p:transition spd="med"/>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tx">
  <p:cSld name="Title - Center">
    <p:spTree>
      <p:nvGrpSpPr>
        <p:cNvPr id="1" name=""/>
        <p:cNvGrpSpPr/>
        <p:nvPr/>
      </p:nvGrpSpPr>
      <p:grpSpPr>
        <a:xfrm>
          <a:off x="0" y="0"/>
          <a:ext cx="0" cy="0"/>
          <a:chOff x="0" y="0"/>
          <a:chExt cx="0" cy="0"/>
        </a:xfrm>
      </p:grpSpPr>
      <p:sp>
        <p:nvSpPr>
          <p:cNvPr id="351" name="Title Text"/>
          <p:cNvSpPr txBox="1">
            <a:spLocks noGrp="1"/>
          </p:cNvSpPr>
          <p:nvPr>
            <p:ph type="title"/>
          </p:nvPr>
        </p:nvSpPr>
        <p:spPr>
          <a:xfrm>
            <a:off x="401836" y="2312789"/>
            <a:ext cx="8340328" cy="2232422"/>
          </a:xfrm>
          <a:prstGeom prst="rect">
            <a:avLst/>
          </a:prstGeom>
        </p:spPr>
        <p:txBody>
          <a:bodyPr anchor="ctr"/>
          <a:lstStyle/>
          <a:p>
            <a:r>
              <a:t>Title Text</a:t>
            </a:r>
          </a:p>
        </p:txBody>
      </p:sp>
      <p:sp>
        <p:nvSpPr>
          <p:cNvPr id="352" name="Slide Number"/>
          <p:cNvSpPr txBox="1">
            <a:spLocks noGrp="1"/>
          </p:cNvSpPr>
          <p:nvPr>
            <p:ph type="sldNum" sz="quarter" idx="2"/>
          </p:nvPr>
        </p:nvSpPr>
        <p:spPr>
          <a:xfrm>
            <a:off x="8585778" y="6465094"/>
            <a:ext cx="259686" cy="256480"/>
          </a:xfrm>
          <a:prstGeom prst="rect">
            <a:avLst/>
          </a:prstGeom>
        </p:spPr>
        <p:txBody>
          <a:bodyPr>
            <a:spAutoFit/>
          </a:bodyPr>
          <a:lstStyle/>
          <a:p>
            <a:fld id="{86CB4B4D-7CA3-9044-876B-883B54F8677D}" type="slidenum">
              <a:t>‹#›</a:t>
            </a:fld>
            <a:endParaRPr/>
          </a:p>
        </p:txBody>
      </p:sp>
    </p:spTree>
  </p:cSld>
  <p:clrMapOvr>
    <a:masterClrMapping/>
  </p:clrMapOvr>
  <p:transition spd="med"/>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type="tx">
  <p:cSld name="Title and Content">
    <p:spTree>
      <p:nvGrpSpPr>
        <p:cNvPr id="1" name=""/>
        <p:cNvGrpSpPr/>
        <p:nvPr/>
      </p:nvGrpSpPr>
      <p:grpSpPr>
        <a:xfrm>
          <a:off x="0" y="0"/>
          <a:ext cx="0" cy="0"/>
          <a:chOff x="0" y="0"/>
          <a:chExt cx="0" cy="0"/>
        </a:xfrm>
      </p:grpSpPr>
      <p:sp>
        <p:nvSpPr>
          <p:cNvPr id="359" name="Title Text"/>
          <p:cNvSpPr txBox="1">
            <a:spLocks noGrp="1"/>
          </p:cNvSpPr>
          <p:nvPr>
            <p:ph type="title"/>
          </p:nvPr>
        </p:nvSpPr>
        <p:spPr>
          <a:xfrm>
            <a:off x="457200" y="274638"/>
            <a:ext cx="8229601" cy="1143001"/>
          </a:xfrm>
          <a:prstGeom prst="rect">
            <a:avLst/>
          </a:prstGeom>
        </p:spPr>
        <p:txBody>
          <a:bodyPr lIns="65023" tIns="65023" rIns="65023" bIns="65023" anchor="ctr"/>
          <a:lstStyle>
            <a:lvl1pPr algn="ctr" defTabSz="457184">
              <a:defRPr>
                <a:latin typeface="Arial"/>
                <a:ea typeface="Arial"/>
                <a:cs typeface="Arial"/>
                <a:sym typeface="Arial"/>
              </a:defRPr>
            </a:lvl1pPr>
          </a:lstStyle>
          <a:p>
            <a:r>
              <a:t>Title Text</a:t>
            </a:r>
          </a:p>
        </p:txBody>
      </p:sp>
      <p:sp>
        <p:nvSpPr>
          <p:cNvPr id="360" name="Body Level One…"/>
          <p:cNvSpPr txBox="1">
            <a:spLocks noGrp="1"/>
          </p:cNvSpPr>
          <p:nvPr>
            <p:ph type="body" idx="1"/>
          </p:nvPr>
        </p:nvSpPr>
        <p:spPr>
          <a:xfrm>
            <a:off x="457200" y="1600200"/>
            <a:ext cx="8229601" cy="4525964"/>
          </a:xfrm>
          <a:prstGeom prst="rect">
            <a:avLst/>
          </a:prstGeom>
        </p:spPr>
        <p:txBody>
          <a:bodyPr lIns="65023" tIns="65023" rIns="65023" bIns="65023"/>
          <a:lstStyle>
            <a:lvl1pPr marL="331503" indent="-331503" defTabSz="457184">
              <a:spcBef>
                <a:spcPts val="703"/>
              </a:spcBef>
              <a:buFont typeface="Arial"/>
              <a:defRPr sz="3100">
                <a:latin typeface="Arial"/>
                <a:ea typeface="Arial"/>
                <a:cs typeface="Arial"/>
                <a:sym typeface="Arial"/>
              </a:defRPr>
            </a:lvl1pPr>
            <a:lvl2pPr marL="637174" indent="-315717" defTabSz="457184">
              <a:spcBef>
                <a:spcPts val="703"/>
              </a:spcBef>
              <a:buFont typeface="Arial"/>
              <a:buChar char="–"/>
              <a:defRPr sz="3100">
                <a:latin typeface="Arial"/>
                <a:ea typeface="Arial"/>
                <a:cs typeface="Arial"/>
                <a:sym typeface="Arial"/>
              </a:defRPr>
            </a:lvl2pPr>
            <a:lvl3pPr marL="937584" indent="-294669" defTabSz="457184">
              <a:spcBef>
                <a:spcPts val="703"/>
              </a:spcBef>
              <a:buFont typeface="Arial"/>
              <a:defRPr sz="3100">
                <a:latin typeface="Arial"/>
                <a:ea typeface="Arial"/>
                <a:cs typeface="Arial"/>
                <a:sym typeface="Arial"/>
              </a:defRPr>
            </a:lvl3pPr>
            <a:lvl4pPr marL="1317975" indent="-353603" defTabSz="457184">
              <a:spcBef>
                <a:spcPts val="703"/>
              </a:spcBef>
              <a:buFont typeface="Arial"/>
              <a:buChar char="–"/>
              <a:defRPr sz="3100">
                <a:latin typeface="Arial"/>
                <a:ea typeface="Arial"/>
                <a:cs typeface="Arial"/>
                <a:sym typeface="Arial"/>
              </a:defRPr>
            </a:lvl4pPr>
            <a:lvl5pPr marL="1639432" indent="-353603" defTabSz="457184">
              <a:spcBef>
                <a:spcPts val="703"/>
              </a:spcBef>
              <a:buFont typeface="Arial"/>
              <a:buChar char="»"/>
              <a:defRPr sz="3100">
                <a:latin typeface="Arial"/>
                <a:ea typeface="Arial"/>
                <a:cs typeface="Arial"/>
                <a:sym typeface="Arial"/>
              </a:defRPr>
            </a:lvl5pPr>
          </a:lstStyle>
          <a:p>
            <a:r>
              <a:t>Body Level One</a:t>
            </a:r>
          </a:p>
          <a:p>
            <a:pPr lvl="1"/>
            <a:r>
              <a:t>Body Level Two</a:t>
            </a:r>
          </a:p>
          <a:p>
            <a:pPr lvl="2"/>
            <a:r>
              <a:t>Body Level Three</a:t>
            </a:r>
          </a:p>
          <a:p>
            <a:pPr lvl="3"/>
            <a:r>
              <a:t>Body Level Four</a:t>
            </a:r>
          </a:p>
          <a:p>
            <a:pPr lvl="4"/>
            <a:r>
              <a:t>Body Level Five</a:t>
            </a:r>
          </a:p>
        </p:txBody>
      </p:sp>
      <p:sp>
        <p:nvSpPr>
          <p:cNvPr id="361" name="Slide Number"/>
          <p:cNvSpPr txBox="1">
            <a:spLocks noGrp="1"/>
          </p:cNvSpPr>
          <p:nvPr>
            <p:ph type="sldNum" sz="quarter" idx="2"/>
          </p:nvPr>
        </p:nvSpPr>
        <p:spPr>
          <a:xfrm>
            <a:off x="8383963" y="6388616"/>
            <a:ext cx="302838" cy="300593"/>
          </a:xfrm>
          <a:prstGeom prst="rect">
            <a:avLst/>
          </a:prstGeom>
        </p:spPr>
        <p:txBody>
          <a:bodyPr lIns="65023" tIns="65023" rIns="65023" bIns="65023" anchor="ctr">
            <a:spAutoFit/>
          </a:bodyPr>
          <a:lstStyle>
            <a:lvl1pPr defTabSz="457184">
              <a:defRPr sz="1100">
                <a:solidFill>
                  <a:srgbClr val="888888"/>
                </a:solidFill>
                <a:latin typeface="Arial"/>
                <a:ea typeface="Arial"/>
                <a:cs typeface="Arial"/>
                <a:sym typeface="Arial"/>
              </a:defRPr>
            </a:lvl1pPr>
          </a:lstStyle>
          <a:p>
            <a:fld id="{86CB4B4D-7CA3-9044-876B-883B54F8677D}" type="slidenum">
              <a:t>‹#›</a:t>
            </a:fld>
            <a:endParaRPr/>
          </a:p>
        </p:txBody>
      </p:sp>
    </p:spTree>
  </p:cSld>
  <p:clrMapOvr>
    <a:masterClrMapping/>
  </p:clrMapOvr>
  <p:transition spd="med"/>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type="tx">
  <p:cSld name="Title and Content">
    <p:spTree>
      <p:nvGrpSpPr>
        <p:cNvPr id="1" name=""/>
        <p:cNvGrpSpPr/>
        <p:nvPr/>
      </p:nvGrpSpPr>
      <p:grpSpPr>
        <a:xfrm>
          <a:off x="0" y="0"/>
          <a:ext cx="0" cy="0"/>
          <a:chOff x="0" y="0"/>
          <a:chExt cx="0" cy="0"/>
        </a:xfrm>
      </p:grpSpPr>
      <p:sp>
        <p:nvSpPr>
          <p:cNvPr id="368" name="Title Text"/>
          <p:cNvSpPr txBox="1">
            <a:spLocks noGrp="1"/>
          </p:cNvSpPr>
          <p:nvPr>
            <p:ph type="title"/>
          </p:nvPr>
        </p:nvSpPr>
        <p:spPr>
          <a:xfrm>
            <a:off x="457200" y="274638"/>
            <a:ext cx="8229601" cy="1143001"/>
          </a:xfrm>
          <a:prstGeom prst="rect">
            <a:avLst/>
          </a:prstGeom>
        </p:spPr>
        <p:txBody>
          <a:bodyPr lIns="65023" tIns="65023" rIns="65023" bIns="65023" anchor="ctr"/>
          <a:lstStyle>
            <a:lvl1pPr algn="ctr" defTabSz="457184">
              <a:defRPr sz="4400">
                <a:latin typeface="Helvetica"/>
                <a:ea typeface="Helvetica"/>
                <a:cs typeface="Helvetica"/>
                <a:sym typeface="Helvetica"/>
              </a:defRPr>
            </a:lvl1pPr>
          </a:lstStyle>
          <a:p>
            <a:r>
              <a:t>Title Text</a:t>
            </a:r>
          </a:p>
        </p:txBody>
      </p:sp>
      <p:sp>
        <p:nvSpPr>
          <p:cNvPr id="369" name="Body Level One…"/>
          <p:cNvSpPr txBox="1">
            <a:spLocks noGrp="1"/>
          </p:cNvSpPr>
          <p:nvPr>
            <p:ph type="body" idx="1"/>
          </p:nvPr>
        </p:nvSpPr>
        <p:spPr>
          <a:xfrm>
            <a:off x="457200" y="1600200"/>
            <a:ext cx="8229601" cy="4525964"/>
          </a:xfrm>
          <a:prstGeom prst="rect">
            <a:avLst/>
          </a:prstGeom>
        </p:spPr>
        <p:txBody>
          <a:bodyPr lIns="65023" tIns="65023" rIns="65023" bIns="65023"/>
          <a:lstStyle>
            <a:lvl1pPr marL="331503" indent="-331503" defTabSz="457184">
              <a:spcBef>
                <a:spcPts val="703"/>
              </a:spcBef>
              <a:buFont typeface="Arial"/>
              <a:defRPr sz="3100">
                <a:latin typeface="Helvetica"/>
                <a:ea typeface="Helvetica"/>
                <a:cs typeface="Helvetica"/>
                <a:sym typeface="Helvetica"/>
              </a:defRPr>
            </a:lvl1pPr>
            <a:lvl2pPr marL="637174" indent="-315717" defTabSz="457184">
              <a:spcBef>
                <a:spcPts val="703"/>
              </a:spcBef>
              <a:buFont typeface="Arial"/>
              <a:buChar char="–"/>
              <a:defRPr sz="3100">
                <a:latin typeface="Helvetica"/>
                <a:ea typeface="Helvetica"/>
                <a:cs typeface="Helvetica"/>
                <a:sym typeface="Helvetica"/>
              </a:defRPr>
            </a:lvl2pPr>
            <a:lvl3pPr marL="937584" indent="-294669" defTabSz="457184">
              <a:spcBef>
                <a:spcPts val="703"/>
              </a:spcBef>
              <a:buFont typeface="Arial"/>
              <a:defRPr sz="3100">
                <a:latin typeface="Helvetica"/>
                <a:ea typeface="Helvetica"/>
                <a:cs typeface="Helvetica"/>
                <a:sym typeface="Helvetica"/>
              </a:defRPr>
            </a:lvl3pPr>
            <a:lvl4pPr marL="1317975" indent="-353603" defTabSz="457184">
              <a:spcBef>
                <a:spcPts val="703"/>
              </a:spcBef>
              <a:buFont typeface="Arial"/>
              <a:buChar char="–"/>
              <a:defRPr sz="3100">
                <a:latin typeface="Helvetica"/>
                <a:ea typeface="Helvetica"/>
                <a:cs typeface="Helvetica"/>
                <a:sym typeface="Helvetica"/>
              </a:defRPr>
            </a:lvl4pPr>
            <a:lvl5pPr marL="1639432" indent="-353603" defTabSz="457184">
              <a:spcBef>
                <a:spcPts val="703"/>
              </a:spcBef>
              <a:buFont typeface="Arial"/>
              <a:buChar char="»"/>
              <a:defRPr sz="3100">
                <a:latin typeface="Helvetica"/>
                <a:ea typeface="Helvetica"/>
                <a:cs typeface="Helvetica"/>
                <a:sym typeface="Helvetica"/>
              </a:defRPr>
            </a:lvl5pPr>
          </a:lstStyle>
          <a:p>
            <a:r>
              <a:t>Body Level One</a:t>
            </a:r>
          </a:p>
          <a:p>
            <a:pPr lvl="1"/>
            <a:r>
              <a:t>Body Level Two</a:t>
            </a:r>
          </a:p>
          <a:p>
            <a:pPr lvl="2"/>
            <a:r>
              <a:t>Body Level Three</a:t>
            </a:r>
          </a:p>
          <a:p>
            <a:pPr lvl="3"/>
            <a:r>
              <a:t>Body Level Four</a:t>
            </a:r>
          </a:p>
          <a:p>
            <a:pPr lvl="4"/>
            <a:r>
              <a:t>Body Level Five</a:t>
            </a:r>
          </a:p>
        </p:txBody>
      </p:sp>
      <p:sp>
        <p:nvSpPr>
          <p:cNvPr id="370" name="Slide Number"/>
          <p:cNvSpPr txBox="1">
            <a:spLocks noGrp="1"/>
          </p:cNvSpPr>
          <p:nvPr>
            <p:ph type="sldNum" sz="quarter" idx="2"/>
          </p:nvPr>
        </p:nvSpPr>
        <p:spPr>
          <a:xfrm>
            <a:off x="8388772" y="6388616"/>
            <a:ext cx="298029" cy="300593"/>
          </a:xfrm>
          <a:prstGeom prst="rect">
            <a:avLst/>
          </a:prstGeom>
        </p:spPr>
        <p:txBody>
          <a:bodyPr lIns="65023" tIns="65023" rIns="65023" bIns="65023" anchor="ctr">
            <a:spAutoFit/>
          </a:bodyPr>
          <a:lstStyle>
            <a:lvl1pPr defTabSz="457184">
              <a:defRPr sz="1100">
                <a:solidFill>
                  <a:srgbClr val="888888"/>
                </a:solidFill>
                <a:latin typeface="Calibri"/>
                <a:ea typeface="Calibri"/>
                <a:cs typeface="Calibri"/>
                <a:sym typeface="Calibri"/>
              </a:defRPr>
            </a:lvl1p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9" Type="http://schemas.openxmlformats.org/officeDocument/2006/relationships/theme" Target="../theme/theme2.xml"/><Relationship Id="rId21" Type="http://schemas.openxmlformats.org/officeDocument/2006/relationships/slideLayout" Target="../slideLayouts/slideLayout32.xml"/><Relationship Id="rId34" Type="http://schemas.openxmlformats.org/officeDocument/2006/relationships/slideLayout" Target="../slideLayouts/slideLayout45.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33" Type="http://schemas.openxmlformats.org/officeDocument/2006/relationships/slideLayout" Target="../slideLayouts/slideLayout44.xml"/><Relationship Id="rId38" Type="http://schemas.openxmlformats.org/officeDocument/2006/relationships/slideLayout" Target="../slideLayouts/slideLayout49.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29" Type="http://schemas.openxmlformats.org/officeDocument/2006/relationships/slideLayout" Target="../slideLayouts/slideLayout40.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slideLayout" Target="../slideLayouts/slideLayout43.xml"/><Relationship Id="rId37" Type="http://schemas.openxmlformats.org/officeDocument/2006/relationships/slideLayout" Target="../slideLayouts/slideLayout48.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36" Type="http://schemas.openxmlformats.org/officeDocument/2006/relationships/slideLayout" Target="../slideLayouts/slideLayout47.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31" Type="http://schemas.openxmlformats.org/officeDocument/2006/relationships/slideLayout" Target="../slideLayouts/slideLayout42.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 Id="rId35" Type="http://schemas.openxmlformats.org/officeDocument/2006/relationships/slideLayout" Target="../slideLayouts/slideLayout46.xml"/><Relationship Id="rId8" Type="http://schemas.openxmlformats.org/officeDocument/2006/relationships/slideLayout" Target="../slideLayouts/slideLayout19.xml"/><Relationship Id="rId3"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Avenir Book"/>
                <a:cs typeface="Avenir Book"/>
              </a:defRPr>
            </a:lvl1pPr>
          </a:lstStyle>
          <a:p>
            <a:fld id="{A9891636-ACEA-074F-9F77-7865878C79E8}" type="datetimeFigureOut">
              <a:rPr lang="en-US" smtClean="0"/>
              <a:pPr/>
              <a:t>1/30/2026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Avenir Book"/>
                <a:cs typeface="Avenir Book"/>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Avenir Book"/>
                <a:cs typeface="Avenir Book"/>
              </a:defRPr>
            </a:lvl1pPr>
          </a:lstStyle>
          <a:p>
            <a:fld id="{03DF6E45-7CE5-2C42-9607-F53A2ECBA351}" type="slidenum">
              <a:rPr lang="en-US" smtClean="0"/>
              <a:pPr/>
              <a:t>‹#›</a:t>
            </a:fld>
            <a:endParaRPr lang="en-US"/>
          </a:p>
        </p:txBody>
      </p:sp>
    </p:spTree>
    <p:extLst>
      <p:ext uri="{BB962C8B-B14F-4D97-AF65-F5344CB8AC3E}">
        <p14:creationId xmlns:p14="http://schemas.microsoft.com/office/powerpoint/2010/main" val="4293648849"/>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Lst>
  <p:txStyles>
    <p:titleStyle>
      <a:lvl1pPr algn="ctr" defTabSz="457200" rtl="0" eaLnBrk="1" latinLnBrk="0" hangingPunct="1">
        <a:spcBef>
          <a:spcPct val="0"/>
        </a:spcBef>
        <a:buNone/>
        <a:defRPr sz="4400" kern="1200">
          <a:solidFill>
            <a:schemeClr val="tx1"/>
          </a:solidFill>
          <a:latin typeface="Avenir Heavy"/>
          <a:ea typeface="+mj-ea"/>
          <a:cs typeface="Avenir Heavy"/>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Avenir Book"/>
          <a:ea typeface="+mn-ea"/>
          <a:cs typeface="Avenir Book"/>
        </a:defRPr>
      </a:lvl1pPr>
      <a:lvl2pPr marL="742950" indent="-285750" algn="l" defTabSz="457200" rtl="0" eaLnBrk="1" latinLnBrk="0" hangingPunct="1">
        <a:spcBef>
          <a:spcPct val="20000"/>
        </a:spcBef>
        <a:buFont typeface="Arial"/>
        <a:buChar char="–"/>
        <a:defRPr sz="2800" kern="1200">
          <a:solidFill>
            <a:schemeClr val="tx1"/>
          </a:solidFill>
          <a:latin typeface="Avenir Book"/>
          <a:ea typeface="+mn-ea"/>
          <a:cs typeface="Avenir Book"/>
        </a:defRPr>
      </a:lvl2pPr>
      <a:lvl3pPr marL="1143000" indent="-228600" algn="l" defTabSz="457200" rtl="0" eaLnBrk="1" latinLnBrk="0" hangingPunct="1">
        <a:spcBef>
          <a:spcPct val="20000"/>
        </a:spcBef>
        <a:buFont typeface="Arial"/>
        <a:buChar char="•"/>
        <a:defRPr sz="2400" kern="1200">
          <a:solidFill>
            <a:schemeClr val="tx1"/>
          </a:solidFill>
          <a:latin typeface="Avenir Book"/>
          <a:ea typeface="+mn-ea"/>
          <a:cs typeface="Avenir Book"/>
        </a:defRPr>
      </a:lvl3pPr>
      <a:lvl4pPr marL="1600200" indent="-228600" algn="l" defTabSz="457200" rtl="0" eaLnBrk="1" latinLnBrk="0" hangingPunct="1">
        <a:spcBef>
          <a:spcPct val="20000"/>
        </a:spcBef>
        <a:buFont typeface="Arial"/>
        <a:buChar char="–"/>
        <a:defRPr sz="2000" kern="1200">
          <a:solidFill>
            <a:schemeClr val="tx1"/>
          </a:solidFill>
          <a:latin typeface="Avenir Book"/>
          <a:ea typeface="+mn-ea"/>
          <a:cs typeface="Avenir Book"/>
        </a:defRPr>
      </a:lvl4pPr>
      <a:lvl5pPr marL="2057400" indent="-228600" algn="l" defTabSz="457200" rtl="0" eaLnBrk="1" latinLnBrk="0" hangingPunct="1">
        <a:spcBef>
          <a:spcPct val="20000"/>
        </a:spcBef>
        <a:buFont typeface="Arial"/>
        <a:buChar char="»"/>
        <a:defRPr sz="2000" kern="1200">
          <a:solidFill>
            <a:schemeClr val="tx1"/>
          </a:solidFill>
          <a:latin typeface="Avenir Book"/>
          <a:ea typeface="+mn-ea"/>
          <a:cs typeface="Avenir Book"/>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Line"/>
          <p:cNvSpPr/>
          <p:nvPr/>
        </p:nvSpPr>
        <p:spPr>
          <a:xfrm>
            <a:off x="455414" y="1384102"/>
            <a:ext cx="8233172" cy="89"/>
          </a:xfrm>
          <a:prstGeom prst="line">
            <a:avLst/>
          </a:prstGeom>
          <a:ln w="12700">
            <a:solidFill>
              <a:srgbClr val="9A9A9A"/>
            </a:solidFill>
            <a:miter lim="400000"/>
          </a:ln>
        </p:spPr>
        <p:txBody>
          <a:bodyPr lIns="35719" tIns="35719" rIns="35719" bIns="35719" anchor="ctr"/>
          <a:lstStyle/>
          <a:p>
            <a:endParaRPr/>
          </a:p>
        </p:txBody>
      </p:sp>
      <p:sp>
        <p:nvSpPr>
          <p:cNvPr id="3" name="Title Text"/>
          <p:cNvSpPr txBox="1">
            <a:spLocks noGrp="1"/>
          </p:cNvSpPr>
          <p:nvPr>
            <p:ph type="title"/>
          </p:nvPr>
        </p:nvSpPr>
        <p:spPr>
          <a:xfrm>
            <a:off x="401836" y="232172"/>
            <a:ext cx="8340328" cy="982266"/>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b">
            <a:normAutofit/>
          </a:bodyPr>
          <a:lstStyle/>
          <a:p>
            <a:r>
              <a:t>Title Text</a:t>
            </a:r>
          </a:p>
        </p:txBody>
      </p:sp>
      <p:sp>
        <p:nvSpPr>
          <p:cNvPr id="4" name="Body Level One…"/>
          <p:cNvSpPr txBox="1">
            <a:spLocks noGrp="1"/>
          </p:cNvSpPr>
          <p:nvPr>
            <p:ph type="body" idx="1"/>
          </p:nvPr>
        </p:nvSpPr>
        <p:spPr>
          <a:xfrm>
            <a:off x="401836" y="1634133"/>
            <a:ext cx="8340328" cy="4616648"/>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ormAutofit/>
          </a:bodyPr>
          <a:lstStyle>
            <a:lvl2pPr marL="711200" indent="-266700">
              <a:defRPr sz="2600"/>
            </a:lvl2pPr>
            <a:lvl3pPr marL="1155700" indent="-266700">
              <a:defRPr sz="2600"/>
            </a:lvl3pPr>
            <a:lvl4pPr marL="1600200" indent="-266700">
              <a:defRPr sz="2600"/>
            </a:lvl4pPr>
            <a:lvl5pPr marL="2044700" indent="-266700">
              <a:defRPr sz="2600"/>
            </a:lvl5pPr>
          </a:lstStyle>
          <a:p>
            <a:r>
              <a:t>Body Level One</a:t>
            </a:r>
          </a:p>
          <a:p>
            <a:pPr lvl="1"/>
            <a:r>
              <a:t>Body Level Two</a:t>
            </a:r>
          </a:p>
          <a:p>
            <a:pPr lvl="2"/>
            <a:r>
              <a:t>Body Level Three</a:t>
            </a:r>
          </a:p>
          <a:p>
            <a:pPr lvl="3"/>
            <a:r>
              <a:t>Body Level Four</a:t>
            </a:r>
          </a:p>
          <a:p>
            <a:pPr lvl="4"/>
            <a:r>
              <a:t>Body Level Five</a:t>
            </a:r>
          </a:p>
        </p:txBody>
      </p:sp>
      <p:sp>
        <p:nvSpPr>
          <p:cNvPr id="5" name="Slide Number"/>
          <p:cNvSpPr txBox="1">
            <a:spLocks noGrp="1"/>
          </p:cNvSpPr>
          <p:nvPr>
            <p:ph type="sldNum" sz="quarter" idx="2"/>
          </p:nvPr>
        </p:nvSpPr>
        <p:spPr>
          <a:xfrm>
            <a:off x="8626078" y="6465094"/>
            <a:ext cx="219386" cy="210812"/>
          </a:xfrm>
          <a:prstGeom prst="rect">
            <a:avLst/>
          </a:prstGeom>
          <a:ln w="12700">
            <a:miter lim="400000"/>
          </a:ln>
        </p:spPr>
        <p:txBody>
          <a:bodyPr wrap="none" lIns="50800" tIns="50800" rIns="50800" bIns="50800">
            <a:normAutofit/>
          </a:bodyPr>
          <a:lstStyle>
            <a:lvl1pPr algn="r" defTabSz="410751">
              <a:defRPr sz="1000">
                <a:latin typeface="+mj-lt"/>
                <a:ea typeface="+mj-ea"/>
                <a:cs typeface="+mj-cs"/>
                <a:sym typeface="Helvetica Neue"/>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Lst>
  <p:transition spd="med"/>
  <p:txStyles>
    <p:titleStyle>
      <a:lvl1pPr marL="0" marR="0" indent="0" algn="l" defTabSz="410751" rtl="0" latinLnBrk="0">
        <a:lnSpc>
          <a:spcPct val="100000"/>
        </a:lnSpc>
        <a:spcBef>
          <a:spcPts val="0"/>
        </a:spcBef>
        <a:spcAft>
          <a:spcPts val="0"/>
        </a:spcAft>
        <a:buClrTx/>
        <a:buSzTx/>
        <a:buFontTx/>
        <a:buNone/>
        <a:tabLst/>
        <a:defRPr sz="3000" b="0" i="0" u="none" strike="noStrike" cap="none" spc="0" baseline="0">
          <a:ln>
            <a:noFill/>
          </a:ln>
          <a:solidFill>
            <a:srgbClr val="000000"/>
          </a:solidFill>
          <a:uFillTx/>
          <a:latin typeface="+mn-lt"/>
          <a:ea typeface="+mn-ea"/>
          <a:cs typeface="+mn-cs"/>
          <a:sym typeface="Helvetica Neue Light"/>
        </a:defRPr>
      </a:lvl1pPr>
      <a:lvl2pPr marL="0" marR="0" indent="160729" algn="l" defTabSz="410751" rtl="0" latinLnBrk="0">
        <a:lnSpc>
          <a:spcPct val="100000"/>
        </a:lnSpc>
        <a:spcBef>
          <a:spcPts val="0"/>
        </a:spcBef>
        <a:spcAft>
          <a:spcPts val="0"/>
        </a:spcAft>
        <a:buClrTx/>
        <a:buSzTx/>
        <a:buFontTx/>
        <a:buNone/>
        <a:tabLst/>
        <a:defRPr sz="3000" b="0" i="0" u="none" strike="noStrike" cap="none" spc="0" baseline="0">
          <a:ln>
            <a:noFill/>
          </a:ln>
          <a:solidFill>
            <a:srgbClr val="000000"/>
          </a:solidFill>
          <a:uFillTx/>
          <a:latin typeface="+mn-lt"/>
          <a:ea typeface="+mn-ea"/>
          <a:cs typeface="+mn-cs"/>
          <a:sym typeface="Helvetica Neue Light"/>
        </a:defRPr>
      </a:lvl2pPr>
      <a:lvl3pPr marL="0" marR="0" indent="321457" algn="l" defTabSz="410751" rtl="0" latinLnBrk="0">
        <a:lnSpc>
          <a:spcPct val="100000"/>
        </a:lnSpc>
        <a:spcBef>
          <a:spcPts val="0"/>
        </a:spcBef>
        <a:spcAft>
          <a:spcPts val="0"/>
        </a:spcAft>
        <a:buClrTx/>
        <a:buSzTx/>
        <a:buFontTx/>
        <a:buNone/>
        <a:tabLst/>
        <a:defRPr sz="3000" b="0" i="0" u="none" strike="noStrike" cap="none" spc="0" baseline="0">
          <a:ln>
            <a:noFill/>
          </a:ln>
          <a:solidFill>
            <a:srgbClr val="000000"/>
          </a:solidFill>
          <a:uFillTx/>
          <a:latin typeface="+mn-lt"/>
          <a:ea typeface="+mn-ea"/>
          <a:cs typeface="+mn-cs"/>
          <a:sym typeface="Helvetica Neue Light"/>
        </a:defRPr>
      </a:lvl3pPr>
      <a:lvl4pPr marL="0" marR="0" indent="482186" algn="l" defTabSz="410751" rtl="0" latinLnBrk="0">
        <a:lnSpc>
          <a:spcPct val="100000"/>
        </a:lnSpc>
        <a:spcBef>
          <a:spcPts val="0"/>
        </a:spcBef>
        <a:spcAft>
          <a:spcPts val="0"/>
        </a:spcAft>
        <a:buClrTx/>
        <a:buSzTx/>
        <a:buFontTx/>
        <a:buNone/>
        <a:tabLst/>
        <a:defRPr sz="3000" b="0" i="0" u="none" strike="noStrike" cap="none" spc="0" baseline="0">
          <a:ln>
            <a:noFill/>
          </a:ln>
          <a:solidFill>
            <a:srgbClr val="000000"/>
          </a:solidFill>
          <a:uFillTx/>
          <a:latin typeface="+mn-lt"/>
          <a:ea typeface="+mn-ea"/>
          <a:cs typeface="+mn-cs"/>
          <a:sym typeface="Helvetica Neue Light"/>
        </a:defRPr>
      </a:lvl4pPr>
      <a:lvl5pPr marL="0" marR="0" indent="642915" algn="l" defTabSz="410751" rtl="0" latinLnBrk="0">
        <a:lnSpc>
          <a:spcPct val="100000"/>
        </a:lnSpc>
        <a:spcBef>
          <a:spcPts val="0"/>
        </a:spcBef>
        <a:spcAft>
          <a:spcPts val="0"/>
        </a:spcAft>
        <a:buClrTx/>
        <a:buSzTx/>
        <a:buFontTx/>
        <a:buNone/>
        <a:tabLst/>
        <a:defRPr sz="3000" b="0" i="0" u="none" strike="noStrike" cap="none" spc="0" baseline="0">
          <a:ln>
            <a:noFill/>
          </a:ln>
          <a:solidFill>
            <a:srgbClr val="000000"/>
          </a:solidFill>
          <a:uFillTx/>
          <a:latin typeface="+mn-lt"/>
          <a:ea typeface="+mn-ea"/>
          <a:cs typeface="+mn-cs"/>
          <a:sym typeface="Helvetica Neue Light"/>
        </a:defRPr>
      </a:lvl5pPr>
      <a:lvl6pPr marL="0" marR="0" indent="803643" algn="l" defTabSz="410751" rtl="0" latinLnBrk="0">
        <a:lnSpc>
          <a:spcPct val="100000"/>
        </a:lnSpc>
        <a:spcBef>
          <a:spcPts val="0"/>
        </a:spcBef>
        <a:spcAft>
          <a:spcPts val="0"/>
        </a:spcAft>
        <a:buClrTx/>
        <a:buSzTx/>
        <a:buFontTx/>
        <a:buNone/>
        <a:tabLst/>
        <a:defRPr sz="3000" b="0" i="0" u="none" strike="noStrike" cap="none" spc="0" baseline="0">
          <a:ln>
            <a:noFill/>
          </a:ln>
          <a:solidFill>
            <a:srgbClr val="000000"/>
          </a:solidFill>
          <a:uFillTx/>
          <a:latin typeface="+mn-lt"/>
          <a:ea typeface="+mn-ea"/>
          <a:cs typeface="+mn-cs"/>
          <a:sym typeface="Helvetica Neue Light"/>
        </a:defRPr>
      </a:lvl6pPr>
      <a:lvl7pPr marL="0" marR="0" indent="964372" algn="l" defTabSz="410751" rtl="0" latinLnBrk="0">
        <a:lnSpc>
          <a:spcPct val="100000"/>
        </a:lnSpc>
        <a:spcBef>
          <a:spcPts val="0"/>
        </a:spcBef>
        <a:spcAft>
          <a:spcPts val="0"/>
        </a:spcAft>
        <a:buClrTx/>
        <a:buSzTx/>
        <a:buFontTx/>
        <a:buNone/>
        <a:tabLst/>
        <a:defRPr sz="3000" b="0" i="0" u="none" strike="noStrike" cap="none" spc="0" baseline="0">
          <a:ln>
            <a:noFill/>
          </a:ln>
          <a:solidFill>
            <a:srgbClr val="000000"/>
          </a:solidFill>
          <a:uFillTx/>
          <a:latin typeface="+mn-lt"/>
          <a:ea typeface="+mn-ea"/>
          <a:cs typeface="+mn-cs"/>
          <a:sym typeface="Helvetica Neue Light"/>
        </a:defRPr>
      </a:lvl7pPr>
      <a:lvl8pPr marL="0" marR="0" indent="1125101" algn="l" defTabSz="410751" rtl="0" latinLnBrk="0">
        <a:lnSpc>
          <a:spcPct val="100000"/>
        </a:lnSpc>
        <a:spcBef>
          <a:spcPts val="0"/>
        </a:spcBef>
        <a:spcAft>
          <a:spcPts val="0"/>
        </a:spcAft>
        <a:buClrTx/>
        <a:buSzTx/>
        <a:buFontTx/>
        <a:buNone/>
        <a:tabLst/>
        <a:defRPr sz="3000" b="0" i="0" u="none" strike="noStrike" cap="none" spc="0" baseline="0">
          <a:ln>
            <a:noFill/>
          </a:ln>
          <a:solidFill>
            <a:srgbClr val="000000"/>
          </a:solidFill>
          <a:uFillTx/>
          <a:latin typeface="+mn-lt"/>
          <a:ea typeface="+mn-ea"/>
          <a:cs typeface="+mn-cs"/>
          <a:sym typeface="Helvetica Neue Light"/>
        </a:defRPr>
      </a:lvl8pPr>
      <a:lvl9pPr marL="0" marR="0" indent="1285829" algn="l" defTabSz="410751" rtl="0" latinLnBrk="0">
        <a:lnSpc>
          <a:spcPct val="100000"/>
        </a:lnSpc>
        <a:spcBef>
          <a:spcPts val="0"/>
        </a:spcBef>
        <a:spcAft>
          <a:spcPts val="0"/>
        </a:spcAft>
        <a:buClrTx/>
        <a:buSzTx/>
        <a:buFontTx/>
        <a:buNone/>
        <a:tabLst/>
        <a:defRPr sz="3000" b="0" i="0" u="none" strike="noStrike" cap="none" spc="0" baseline="0">
          <a:ln>
            <a:noFill/>
          </a:ln>
          <a:solidFill>
            <a:srgbClr val="000000"/>
          </a:solidFill>
          <a:uFillTx/>
          <a:latin typeface="+mn-lt"/>
          <a:ea typeface="+mn-ea"/>
          <a:cs typeface="+mn-cs"/>
          <a:sym typeface="Helvetica Neue Light"/>
        </a:defRPr>
      </a:lvl9pPr>
    </p:titleStyle>
    <p:bodyStyle>
      <a:lvl1pPr marL="187517" marR="0" indent="-187517" algn="l" defTabSz="410751" latinLnBrk="0">
        <a:lnSpc>
          <a:spcPct val="100000"/>
        </a:lnSpc>
        <a:spcBef>
          <a:spcPts val="1687"/>
        </a:spcBef>
        <a:spcAft>
          <a:spcPts val="0"/>
        </a:spcAft>
        <a:buClrTx/>
        <a:buSzPct val="100000"/>
        <a:buFontTx/>
        <a:buChar char="•"/>
        <a:tabLst/>
        <a:defRPr sz="2100" b="0" i="0" u="none" strike="noStrike" cap="none" spc="0" baseline="0">
          <a:ln>
            <a:noFill/>
          </a:ln>
          <a:solidFill>
            <a:srgbClr val="000000"/>
          </a:solidFill>
          <a:uFillTx/>
          <a:latin typeface="+mj-lt"/>
          <a:ea typeface="+mj-ea"/>
          <a:cs typeface="+mj-cs"/>
          <a:sym typeface="Helvetica Neue"/>
        </a:defRPr>
      </a:lvl1pPr>
      <a:lvl2pPr marL="528893" marR="0" indent="-216365" algn="l" defTabSz="410751" latinLnBrk="0">
        <a:lnSpc>
          <a:spcPct val="100000"/>
        </a:lnSpc>
        <a:spcBef>
          <a:spcPts val="1687"/>
        </a:spcBef>
        <a:spcAft>
          <a:spcPts val="0"/>
        </a:spcAft>
        <a:buClrTx/>
        <a:buSzPct val="100000"/>
        <a:buFontTx/>
        <a:buChar char="•"/>
        <a:tabLst/>
        <a:defRPr sz="2100" b="0" i="0" u="none" strike="noStrike" cap="none" spc="0" baseline="0">
          <a:ln>
            <a:noFill/>
          </a:ln>
          <a:solidFill>
            <a:srgbClr val="000000"/>
          </a:solidFill>
          <a:uFillTx/>
          <a:latin typeface="+mj-lt"/>
          <a:ea typeface="+mj-ea"/>
          <a:cs typeface="+mj-cs"/>
          <a:sym typeface="Helvetica Neue"/>
        </a:defRPr>
      </a:lvl2pPr>
      <a:lvl3pPr marL="841421" marR="0" indent="-216365" algn="l" defTabSz="410751" latinLnBrk="0">
        <a:lnSpc>
          <a:spcPct val="100000"/>
        </a:lnSpc>
        <a:spcBef>
          <a:spcPts val="1687"/>
        </a:spcBef>
        <a:spcAft>
          <a:spcPts val="0"/>
        </a:spcAft>
        <a:buClrTx/>
        <a:buSzPct val="100000"/>
        <a:buFontTx/>
        <a:buChar char="•"/>
        <a:tabLst/>
        <a:defRPr sz="2100" b="0" i="0" u="none" strike="noStrike" cap="none" spc="0" baseline="0">
          <a:ln>
            <a:noFill/>
          </a:ln>
          <a:solidFill>
            <a:srgbClr val="000000"/>
          </a:solidFill>
          <a:uFillTx/>
          <a:latin typeface="+mj-lt"/>
          <a:ea typeface="+mj-ea"/>
          <a:cs typeface="+mj-cs"/>
          <a:sym typeface="Helvetica Neue"/>
        </a:defRPr>
      </a:lvl3pPr>
      <a:lvl4pPr marL="1153949" marR="0" indent="-216365" algn="l" defTabSz="410751" latinLnBrk="0">
        <a:lnSpc>
          <a:spcPct val="100000"/>
        </a:lnSpc>
        <a:spcBef>
          <a:spcPts val="1687"/>
        </a:spcBef>
        <a:spcAft>
          <a:spcPts val="0"/>
        </a:spcAft>
        <a:buClrTx/>
        <a:buSzPct val="100000"/>
        <a:buFontTx/>
        <a:buChar char="•"/>
        <a:tabLst/>
        <a:defRPr sz="2100" b="0" i="0" u="none" strike="noStrike" cap="none" spc="0" baseline="0">
          <a:ln>
            <a:noFill/>
          </a:ln>
          <a:solidFill>
            <a:srgbClr val="000000"/>
          </a:solidFill>
          <a:uFillTx/>
          <a:latin typeface="+mj-lt"/>
          <a:ea typeface="+mj-ea"/>
          <a:cs typeface="+mj-cs"/>
          <a:sym typeface="Helvetica Neue"/>
        </a:defRPr>
      </a:lvl4pPr>
      <a:lvl5pPr marL="1466477" marR="0" indent="-216365" algn="l" defTabSz="410751" latinLnBrk="0">
        <a:lnSpc>
          <a:spcPct val="100000"/>
        </a:lnSpc>
        <a:spcBef>
          <a:spcPts val="1687"/>
        </a:spcBef>
        <a:spcAft>
          <a:spcPts val="0"/>
        </a:spcAft>
        <a:buClrTx/>
        <a:buSzPct val="100000"/>
        <a:buFontTx/>
        <a:buChar char="•"/>
        <a:tabLst/>
        <a:defRPr sz="2100" b="0" i="0" u="none" strike="noStrike" cap="none" spc="0" baseline="0">
          <a:ln>
            <a:noFill/>
          </a:ln>
          <a:solidFill>
            <a:srgbClr val="000000"/>
          </a:solidFill>
          <a:uFillTx/>
          <a:latin typeface="+mj-lt"/>
          <a:ea typeface="+mj-ea"/>
          <a:cs typeface="+mj-cs"/>
          <a:sym typeface="Helvetica Neue"/>
        </a:defRPr>
      </a:lvl5pPr>
      <a:lvl6pPr marL="1779005" marR="0" indent="-216365" algn="l" defTabSz="410751" latinLnBrk="0">
        <a:lnSpc>
          <a:spcPct val="100000"/>
        </a:lnSpc>
        <a:spcBef>
          <a:spcPts val="1687"/>
        </a:spcBef>
        <a:spcAft>
          <a:spcPts val="0"/>
        </a:spcAft>
        <a:buClrTx/>
        <a:buSzPct val="100000"/>
        <a:buFontTx/>
        <a:buChar char="•"/>
        <a:tabLst/>
        <a:defRPr sz="2100" b="0" i="0" u="none" strike="noStrike" cap="none" spc="0" baseline="0">
          <a:ln>
            <a:noFill/>
          </a:ln>
          <a:solidFill>
            <a:srgbClr val="000000"/>
          </a:solidFill>
          <a:uFillTx/>
          <a:latin typeface="+mj-lt"/>
          <a:ea typeface="+mj-ea"/>
          <a:cs typeface="+mj-cs"/>
          <a:sym typeface="Helvetica Neue"/>
        </a:defRPr>
      </a:lvl6pPr>
      <a:lvl7pPr marL="2091533" marR="0" indent="-216365" algn="l" defTabSz="410751" latinLnBrk="0">
        <a:lnSpc>
          <a:spcPct val="100000"/>
        </a:lnSpc>
        <a:spcBef>
          <a:spcPts val="1687"/>
        </a:spcBef>
        <a:spcAft>
          <a:spcPts val="0"/>
        </a:spcAft>
        <a:buClrTx/>
        <a:buSzPct val="100000"/>
        <a:buFontTx/>
        <a:buChar char="•"/>
        <a:tabLst/>
        <a:defRPr sz="2100" b="0" i="0" u="none" strike="noStrike" cap="none" spc="0" baseline="0">
          <a:ln>
            <a:noFill/>
          </a:ln>
          <a:solidFill>
            <a:srgbClr val="000000"/>
          </a:solidFill>
          <a:uFillTx/>
          <a:latin typeface="+mj-lt"/>
          <a:ea typeface="+mj-ea"/>
          <a:cs typeface="+mj-cs"/>
          <a:sym typeface="Helvetica Neue"/>
        </a:defRPr>
      </a:lvl7pPr>
      <a:lvl8pPr marL="2404061" marR="0" indent="-216365" algn="l" defTabSz="410751" latinLnBrk="0">
        <a:lnSpc>
          <a:spcPct val="100000"/>
        </a:lnSpc>
        <a:spcBef>
          <a:spcPts val="1687"/>
        </a:spcBef>
        <a:spcAft>
          <a:spcPts val="0"/>
        </a:spcAft>
        <a:buClrTx/>
        <a:buSzPct val="100000"/>
        <a:buFontTx/>
        <a:buChar char="•"/>
        <a:tabLst/>
        <a:defRPr sz="2100" b="0" i="0" u="none" strike="noStrike" cap="none" spc="0" baseline="0">
          <a:ln>
            <a:noFill/>
          </a:ln>
          <a:solidFill>
            <a:srgbClr val="000000"/>
          </a:solidFill>
          <a:uFillTx/>
          <a:latin typeface="+mj-lt"/>
          <a:ea typeface="+mj-ea"/>
          <a:cs typeface="+mj-cs"/>
          <a:sym typeface="Helvetica Neue"/>
        </a:defRPr>
      </a:lvl8pPr>
      <a:lvl9pPr marL="2716589" marR="0" indent="-216365" algn="l" defTabSz="410751" latinLnBrk="0">
        <a:lnSpc>
          <a:spcPct val="100000"/>
        </a:lnSpc>
        <a:spcBef>
          <a:spcPts val="1687"/>
        </a:spcBef>
        <a:spcAft>
          <a:spcPts val="0"/>
        </a:spcAft>
        <a:buClrTx/>
        <a:buSzPct val="100000"/>
        <a:buFontTx/>
        <a:buChar char="•"/>
        <a:tabLst/>
        <a:defRPr sz="2100" b="0" i="0" u="none" strike="noStrike" cap="none" spc="0" baseline="0">
          <a:ln>
            <a:noFill/>
          </a:ln>
          <a:solidFill>
            <a:srgbClr val="000000"/>
          </a:solidFill>
          <a:uFillTx/>
          <a:latin typeface="+mj-lt"/>
          <a:ea typeface="+mj-ea"/>
          <a:cs typeface="+mj-cs"/>
          <a:sym typeface="Helvetica Neue"/>
        </a:defRPr>
      </a:lvl9pPr>
    </p:bodyStyle>
    <p:otherStyle>
      <a:lvl1pPr marL="0" marR="0" indent="0" algn="r" defTabSz="410751" latinLnBrk="0">
        <a:lnSpc>
          <a:spcPct val="100000"/>
        </a:lnSpc>
        <a:spcBef>
          <a:spcPts val="0"/>
        </a:spcBef>
        <a:spcAft>
          <a:spcPts val="0"/>
        </a:spcAft>
        <a:buClrTx/>
        <a:buSzTx/>
        <a:buFontTx/>
        <a:buNone/>
        <a:tabLst/>
        <a:defRPr sz="1000" b="0" i="0" u="none" strike="noStrike" cap="none" spc="0" baseline="0">
          <a:ln>
            <a:noFill/>
          </a:ln>
          <a:solidFill>
            <a:schemeClr val="tx1"/>
          </a:solidFill>
          <a:uFillTx/>
          <a:latin typeface="+mn-lt"/>
          <a:ea typeface="+mn-ea"/>
          <a:cs typeface="+mn-cs"/>
          <a:sym typeface="Helvetica Neue"/>
        </a:defRPr>
      </a:lvl1pPr>
      <a:lvl2pPr marL="0" marR="0" indent="160729" algn="r" defTabSz="410751" latinLnBrk="0">
        <a:lnSpc>
          <a:spcPct val="100000"/>
        </a:lnSpc>
        <a:spcBef>
          <a:spcPts val="0"/>
        </a:spcBef>
        <a:spcAft>
          <a:spcPts val="0"/>
        </a:spcAft>
        <a:buClrTx/>
        <a:buSzTx/>
        <a:buFontTx/>
        <a:buNone/>
        <a:tabLst/>
        <a:defRPr sz="1000" b="0" i="0" u="none" strike="noStrike" cap="none" spc="0" baseline="0">
          <a:ln>
            <a:noFill/>
          </a:ln>
          <a:solidFill>
            <a:schemeClr val="tx1"/>
          </a:solidFill>
          <a:uFillTx/>
          <a:latin typeface="+mn-lt"/>
          <a:ea typeface="+mn-ea"/>
          <a:cs typeface="+mn-cs"/>
          <a:sym typeface="Helvetica Neue"/>
        </a:defRPr>
      </a:lvl2pPr>
      <a:lvl3pPr marL="0" marR="0" indent="321457" algn="r" defTabSz="410751" latinLnBrk="0">
        <a:lnSpc>
          <a:spcPct val="100000"/>
        </a:lnSpc>
        <a:spcBef>
          <a:spcPts val="0"/>
        </a:spcBef>
        <a:spcAft>
          <a:spcPts val="0"/>
        </a:spcAft>
        <a:buClrTx/>
        <a:buSzTx/>
        <a:buFontTx/>
        <a:buNone/>
        <a:tabLst/>
        <a:defRPr sz="1000" b="0" i="0" u="none" strike="noStrike" cap="none" spc="0" baseline="0">
          <a:ln>
            <a:noFill/>
          </a:ln>
          <a:solidFill>
            <a:schemeClr val="tx1"/>
          </a:solidFill>
          <a:uFillTx/>
          <a:latin typeface="+mn-lt"/>
          <a:ea typeface="+mn-ea"/>
          <a:cs typeface="+mn-cs"/>
          <a:sym typeface="Helvetica Neue"/>
        </a:defRPr>
      </a:lvl3pPr>
      <a:lvl4pPr marL="0" marR="0" indent="482186" algn="r" defTabSz="410751" latinLnBrk="0">
        <a:lnSpc>
          <a:spcPct val="100000"/>
        </a:lnSpc>
        <a:spcBef>
          <a:spcPts val="0"/>
        </a:spcBef>
        <a:spcAft>
          <a:spcPts val="0"/>
        </a:spcAft>
        <a:buClrTx/>
        <a:buSzTx/>
        <a:buFontTx/>
        <a:buNone/>
        <a:tabLst/>
        <a:defRPr sz="1000" b="0" i="0" u="none" strike="noStrike" cap="none" spc="0" baseline="0">
          <a:ln>
            <a:noFill/>
          </a:ln>
          <a:solidFill>
            <a:schemeClr val="tx1"/>
          </a:solidFill>
          <a:uFillTx/>
          <a:latin typeface="+mn-lt"/>
          <a:ea typeface="+mn-ea"/>
          <a:cs typeface="+mn-cs"/>
          <a:sym typeface="Helvetica Neue"/>
        </a:defRPr>
      </a:lvl4pPr>
      <a:lvl5pPr marL="0" marR="0" indent="642915" algn="r" defTabSz="410751" latinLnBrk="0">
        <a:lnSpc>
          <a:spcPct val="100000"/>
        </a:lnSpc>
        <a:spcBef>
          <a:spcPts val="0"/>
        </a:spcBef>
        <a:spcAft>
          <a:spcPts val="0"/>
        </a:spcAft>
        <a:buClrTx/>
        <a:buSzTx/>
        <a:buFontTx/>
        <a:buNone/>
        <a:tabLst/>
        <a:defRPr sz="1000" b="0" i="0" u="none" strike="noStrike" cap="none" spc="0" baseline="0">
          <a:ln>
            <a:noFill/>
          </a:ln>
          <a:solidFill>
            <a:schemeClr val="tx1"/>
          </a:solidFill>
          <a:uFillTx/>
          <a:latin typeface="+mn-lt"/>
          <a:ea typeface="+mn-ea"/>
          <a:cs typeface="+mn-cs"/>
          <a:sym typeface="Helvetica Neue"/>
        </a:defRPr>
      </a:lvl5pPr>
      <a:lvl6pPr marL="0" marR="0" indent="803643" algn="r" defTabSz="410751" latinLnBrk="0">
        <a:lnSpc>
          <a:spcPct val="100000"/>
        </a:lnSpc>
        <a:spcBef>
          <a:spcPts val="0"/>
        </a:spcBef>
        <a:spcAft>
          <a:spcPts val="0"/>
        </a:spcAft>
        <a:buClrTx/>
        <a:buSzTx/>
        <a:buFontTx/>
        <a:buNone/>
        <a:tabLst/>
        <a:defRPr sz="1000" b="0" i="0" u="none" strike="noStrike" cap="none" spc="0" baseline="0">
          <a:ln>
            <a:noFill/>
          </a:ln>
          <a:solidFill>
            <a:schemeClr val="tx1"/>
          </a:solidFill>
          <a:uFillTx/>
          <a:latin typeface="+mn-lt"/>
          <a:ea typeface="+mn-ea"/>
          <a:cs typeface="+mn-cs"/>
          <a:sym typeface="Helvetica Neue"/>
        </a:defRPr>
      </a:lvl6pPr>
      <a:lvl7pPr marL="0" marR="0" indent="964372" algn="r" defTabSz="410751" latinLnBrk="0">
        <a:lnSpc>
          <a:spcPct val="100000"/>
        </a:lnSpc>
        <a:spcBef>
          <a:spcPts val="0"/>
        </a:spcBef>
        <a:spcAft>
          <a:spcPts val="0"/>
        </a:spcAft>
        <a:buClrTx/>
        <a:buSzTx/>
        <a:buFontTx/>
        <a:buNone/>
        <a:tabLst/>
        <a:defRPr sz="1000" b="0" i="0" u="none" strike="noStrike" cap="none" spc="0" baseline="0">
          <a:ln>
            <a:noFill/>
          </a:ln>
          <a:solidFill>
            <a:schemeClr val="tx1"/>
          </a:solidFill>
          <a:uFillTx/>
          <a:latin typeface="+mn-lt"/>
          <a:ea typeface="+mn-ea"/>
          <a:cs typeface="+mn-cs"/>
          <a:sym typeface="Helvetica Neue"/>
        </a:defRPr>
      </a:lvl7pPr>
      <a:lvl8pPr marL="0" marR="0" indent="1125101" algn="r" defTabSz="410751" latinLnBrk="0">
        <a:lnSpc>
          <a:spcPct val="100000"/>
        </a:lnSpc>
        <a:spcBef>
          <a:spcPts val="0"/>
        </a:spcBef>
        <a:spcAft>
          <a:spcPts val="0"/>
        </a:spcAft>
        <a:buClrTx/>
        <a:buSzTx/>
        <a:buFontTx/>
        <a:buNone/>
        <a:tabLst/>
        <a:defRPr sz="1000" b="0" i="0" u="none" strike="noStrike" cap="none" spc="0" baseline="0">
          <a:ln>
            <a:noFill/>
          </a:ln>
          <a:solidFill>
            <a:schemeClr val="tx1"/>
          </a:solidFill>
          <a:uFillTx/>
          <a:latin typeface="+mn-lt"/>
          <a:ea typeface="+mn-ea"/>
          <a:cs typeface="+mn-cs"/>
          <a:sym typeface="Helvetica Neue"/>
        </a:defRPr>
      </a:lvl8pPr>
      <a:lvl9pPr marL="0" marR="0" indent="1285829" algn="r" defTabSz="410751" latinLnBrk="0">
        <a:lnSpc>
          <a:spcPct val="100000"/>
        </a:lnSpc>
        <a:spcBef>
          <a:spcPts val="0"/>
        </a:spcBef>
        <a:spcAft>
          <a:spcPts val="0"/>
        </a:spcAft>
        <a:buClrTx/>
        <a:buSzTx/>
        <a:buFontTx/>
        <a:buNone/>
        <a:tabLst/>
        <a:defRPr sz="1000" b="0" i="0" u="none" strike="noStrike" cap="none" spc="0" baseline="0">
          <a:ln>
            <a:noFill/>
          </a:ln>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doi.org/10.1093/nar/gkae1186" TargetMode="External"/><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hyperlink" Target="https://doi.org/10.1093/nargab/lqaf215" TargetMode="External"/><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s://www.nature.com/articles/nri.2017.76" TargetMode="External"/><Relationship Id="rId1" Type="http://schemas.openxmlformats.org/officeDocument/2006/relationships/slideLayout" Target="../slideLayouts/slideLayout13.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hyperlink" Target="https://www.nature.com/articles/nprot.2014.006" TargetMode="External"/><Relationship Id="rId1" Type="http://schemas.openxmlformats.org/officeDocument/2006/relationships/slideLayout" Target="../slideLayouts/slideLayout13.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hyperlink" Target="https://www.nature.com/articles/nprot.2016.154" TargetMode="External"/><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slideLayout" Target="../slideLayouts/slideLayout13.xml"/><Relationship Id="rId1" Type="http://schemas.openxmlformats.org/officeDocument/2006/relationships/tags" Target="../tags/tag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3" Type="http://schemas.openxmlformats.org/officeDocument/2006/relationships/hyperlink" Target="https://doi.org/10.1093/nar/gkae1186" TargetMode="External"/><Relationship Id="rId2" Type="http://schemas.openxmlformats.org/officeDocument/2006/relationships/image" Target="../media/image30.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3.png"/><Relationship Id="rId1" Type="http://schemas.openxmlformats.org/officeDocument/2006/relationships/slideLayout" Target="../slideLayouts/slideLayout13.xml"/><Relationship Id="rId4" Type="http://schemas.openxmlformats.org/officeDocument/2006/relationships/image" Target="../media/image32.png"/></Relationships>
</file>

<file path=ppt/slides/_rels/slide18.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3.xml"/><Relationship Id="rId1" Type="http://schemas.openxmlformats.org/officeDocument/2006/relationships/slideLayout" Target="../slideLayouts/slideLayout13.xml"/><Relationship Id="rId5" Type="http://schemas.openxmlformats.org/officeDocument/2006/relationships/image" Target="../media/image35.tif"/><Relationship Id="rId4" Type="http://schemas.openxmlformats.org/officeDocument/2006/relationships/image" Target="../media/image34.tif"/></Relationships>
</file>

<file path=ppt/slides/_rels/slide19.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4.xml"/><Relationship Id="rId1" Type="http://schemas.openxmlformats.org/officeDocument/2006/relationships/slideLayout" Target="../slideLayouts/slideLayout13.xml"/><Relationship Id="rId5" Type="http://schemas.openxmlformats.org/officeDocument/2006/relationships/image" Target="../media/image36.tiff"/><Relationship Id="rId4" Type="http://schemas.openxmlformats.org/officeDocument/2006/relationships/image" Target="../media/image35.tif"/></Relationships>
</file>

<file path=ppt/slides/_rels/slide20.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image" Target="../media/image37.emf"/><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hyperlink" Target="https://elifesciences.org/articles/34550" TargetMode="External"/><Relationship Id="rId2" Type="http://schemas.openxmlformats.org/officeDocument/2006/relationships/image" Target="../media/image39.tif"/><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A close up of a map&#10;&#10;Description generated with high confidence">
            <a:extLst>
              <a:ext uri="{FF2B5EF4-FFF2-40B4-BE49-F238E27FC236}">
                <a16:creationId xmlns:a16="http://schemas.microsoft.com/office/drawing/2014/main" id="{29897103-95C7-402E-AE10-39C0A70219F3}"/>
              </a:ext>
            </a:extLst>
          </p:cNvPr>
          <p:cNvPicPr>
            <a:picLocks noChangeAspect="1"/>
          </p:cNvPicPr>
          <p:nvPr/>
        </p:nvPicPr>
        <p:blipFill rotWithShape="1">
          <a:blip r:embed="rId2"/>
          <a:srcRect l="48984" t="5530" r="-120" b="-231"/>
          <a:stretch/>
        </p:blipFill>
        <p:spPr>
          <a:xfrm>
            <a:off x="3675186" y="1549330"/>
            <a:ext cx="5464524" cy="5236187"/>
          </a:xfrm>
          <a:prstGeom prst="rect">
            <a:avLst/>
          </a:prstGeom>
        </p:spPr>
      </p:pic>
      <p:sp>
        <p:nvSpPr>
          <p:cNvPr id="2" name="Title 1"/>
          <p:cNvSpPr>
            <a:spLocks noGrp="1"/>
          </p:cNvSpPr>
          <p:nvPr>
            <p:ph type="ctrTitle"/>
          </p:nvPr>
        </p:nvSpPr>
        <p:spPr>
          <a:xfrm>
            <a:off x="685800" y="468679"/>
            <a:ext cx="7772400" cy="1470025"/>
          </a:xfrm>
        </p:spPr>
        <p:txBody>
          <a:bodyPr>
            <a:normAutofit/>
          </a:bodyPr>
          <a:lstStyle/>
          <a:p>
            <a:r>
              <a:rPr lang="en-US" sz="2700" dirty="0"/>
              <a:t>Quantitative Methods in Genetic and Genomics</a:t>
            </a:r>
            <a:br>
              <a:rPr lang="en-US" sz="2700" dirty="0"/>
            </a:br>
            <a:r>
              <a:rPr lang="en-US" dirty="0"/>
              <a:t>Single Cell Module</a:t>
            </a:r>
          </a:p>
        </p:txBody>
      </p:sp>
      <p:sp>
        <p:nvSpPr>
          <p:cNvPr id="3" name="Subtitle 2"/>
          <p:cNvSpPr>
            <a:spLocks noGrp="1"/>
          </p:cNvSpPr>
          <p:nvPr>
            <p:ph type="subTitle" idx="1"/>
          </p:nvPr>
        </p:nvSpPr>
        <p:spPr>
          <a:xfrm>
            <a:off x="1371600" y="2224454"/>
            <a:ext cx="6400800" cy="1752600"/>
          </a:xfrm>
        </p:spPr>
        <p:txBody>
          <a:bodyPr vert="horz" lIns="91440" tIns="45720" rIns="91440" bIns="45720" rtlCol="0" anchor="t">
            <a:normAutofit/>
          </a:bodyPr>
          <a:lstStyle/>
          <a:p>
            <a:r>
              <a:rPr lang="en-US" sz="2800" dirty="0"/>
              <a:t>Rob Morey</a:t>
            </a:r>
          </a:p>
          <a:p>
            <a:r>
              <a:rPr lang="en-US" dirty="0"/>
              <a:t>February 2026</a:t>
            </a:r>
          </a:p>
        </p:txBody>
      </p:sp>
    </p:spTree>
    <p:extLst>
      <p:ext uri="{BB962C8B-B14F-4D97-AF65-F5344CB8AC3E}">
        <p14:creationId xmlns:p14="http://schemas.microsoft.com/office/powerpoint/2010/main" val="3720491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516FB-B4F6-40CE-8F62-5279562B464F}"/>
              </a:ext>
            </a:extLst>
          </p:cNvPr>
          <p:cNvSpPr>
            <a:spLocks noGrp="1"/>
          </p:cNvSpPr>
          <p:nvPr>
            <p:ph type="title"/>
          </p:nvPr>
        </p:nvSpPr>
        <p:spPr/>
        <p:txBody>
          <a:bodyPr/>
          <a:lstStyle/>
          <a:p>
            <a:r>
              <a:rPr lang="en-US" dirty="0">
                <a:latin typeface="Helvetica Neue Light"/>
              </a:rPr>
              <a:t>Module Overview</a:t>
            </a:r>
          </a:p>
        </p:txBody>
      </p:sp>
      <p:sp>
        <p:nvSpPr>
          <p:cNvPr id="3" name="Content Placeholder 2">
            <a:extLst>
              <a:ext uri="{FF2B5EF4-FFF2-40B4-BE49-F238E27FC236}">
                <a16:creationId xmlns:a16="http://schemas.microsoft.com/office/drawing/2014/main" id="{4054B3CF-44D9-4D10-9AFF-430F3D174BBE}"/>
              </a:ext>
            </a:extLst>
          </p:cNvPr>
          <p:cNvSpPr>
            <a:spLocks noGrp="1"/>
          </p:cNvSpPr>
          <p:nvPr>
            <p:ph idx="1"/>
          </p:nvPr>
        </p:nvSpPr>
        <p:spPr/>
        <p:txBody>
          <a:bodyPr vert="horz" lIns="91440" tIns="45720" rIns="91440" bIns="45720" rtlCol="0" anchor="t">
            <a:normAutofit/>
          </a:bodyPr>
          <a:lstStyle/>
          <a:p>
            <a:r>
              <a:rPr lang="en-US" sz="2200" b="1" dirty="0">
                <a:latin typeface="Helvetica Neue"/>
              </a:rPr>
              <a:t>Day 1</a:t>
            </a:r>
            <a:r>
              <a:rPr lang="en-US" sz="2200" dirty="0">
                <a:latin typeface="Helvetica Neue"/>
              </a:rPr>
              <a:t>:</a:t>
            </a:r>
          </a:p>
          <a:p>
            <a:pPr lvl="1"/>
            <a:r>
              <a:rPr lang="en-US" sz="2200" dirty="0">
                <a:latin typeface="Helvetica Neue"/>
              </a:rPr>
              <a:t>Single cell RNA-seq methods/biochemistry (lecture)</a:t>
            </a:r>
          </a:p>
          <a:p>
            <a:pPr lvl="1"/>
            <a:r>
              <a:rPr lang="en-US" sz="2200" dirty="0">
                <a:latin typeface="Helvetica Neue"/>
              </a:rPr>
              <a:t>Analysis methods through pre-processing (lecture)</a:t>
            </a:r>
          </a:p>
          <a:p>
            <a:pPr lvl="1"/>
            <a:r>
              <a:rPr lang="en-US" sz="2200" dirty="0"/>
              <a:t>Start the "Winter 2026 part1" notebook (Data analysis using Liu et al., "</a:t>
            </a:r>
            <a:r>
              <a:rPr lang="en-US" sz="2200" i="1" dirty="0"/>
              <a:t>Reprogramming roadmap reveals route to human induced trophoblast stem cells</a:t>
            </a:r>
            <a:r>
              <a:rPr lang="en-US" sz="2200" dirty="0"/>
              <a:t>"; Nature 2020)</a:t>
            </a:r>
          </a:p>
          <a:p>
            <a:r>
              <a:rPr lang="en-US" sz="2200" b="1" dirty="0">
                <a:latin typeface="Helvetica Neue"/>
              </a:rPr>
              <a:t>Day 2</a:t>
            </a:r>
            <a:r>
              <a:rPr lang="en-US" sz="2200" dirty="0">
                <a:latin typeface="Helvetica Neue"/>
              </a:rPr>
              <a:t>:</a:t>
            </a:r>
          </a:p>
          <a:p>
            <a:pPr marL="742950" indent="-285750">
              <a:buChar char="–"/>
            </a:pPr>
            <a:r>
              <a:rPr lang="en-US" sz="2200" dirty="0">
                <a:latin typeface="Helvetica Neue"/>
              </a:rPr>
              <a:t>Finish "Winter 2026 part1" notebook if necessary</a:t>
            </a:r>
          </a:p>
          <a:p>
            <a:pPr marL="742950" indent="-285750">
              <a:buChar char="–"/>
            </a:pPr>
            <a:r>
              <a:rPr lang="en-US" sz="2200" dirty="0">
                <a:latin typeface="Helvetica Neue"/>
              </a:rPr>
              <a:t>PBMC pre-processing practice notebook</a:t>
            </a:r>
          </a:p>
          <a:p>
            <a:pPr marL="742950" indent="-285750">
              <a:buChar char="–"/>
            </a:pPr>
            <a:r>
              <a:rPr lang="en-US" sz="2200" dirty="0">
                <a:latin typeface="Helvetica Neue"/>
              </a:rPr>
              <a:t>Start the "Winter 2026 part2" notebook </a:t>
            </a:r>
          </a:p>
        </p:txBody>
      </p:sp>
    </p:spTree>
    <p:extLst>
      <p:ext uri="{BB962C8B-B14F-4D97-AF65-F5344CB8AC3E}">
        <p14:creationId xmlns:p14="http://schemas.microsoft.com/office/powerpoint/2010/main" val="6932019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0AF3C-6B78-4D07-9284-214B313A99D8}"/>
              </a:ext>
            </a:extLst>
          </p:cNvPr>
          <p:cNvSpPr>
            <a:spLocks noGrp="1"/>
          </p:cNvSpPr>
          <p:nvPr>
            <p:ph type="title"/>
          </p:nvPr>
        </p:nvSpPr>
        <p:spPr/>
        <p:txBody>
          <a:bodyPr/>
          <a:lstStyle/>
          <a:p>
            <a:r>
              <a:rPr lang="en-US" dirty="0"/>
              <a:t>Why single cell transcriptomics?</a:t>
            </a:r>
          </a:p>
        </p:txBody>
      </p:sp>
      <p:pic>
        <p:nvPicPr>
          <p:cNvPr id="4" name="Picture 4" descr="A screenshot of a map&#10;&#10;Description generated with high confidence">
            <a:extLst>
              <a:ext uri="{FF2B5EF4-FFF2-40B4-BE49-F238E27FC236}">
                <a16:creationId xmlns:a16="http://schemas.microsoft.com/office/drawing/2014/main" id="{37DFEBBE-BC04-4829-972C-F7F26EEDEBAA}"/>
              </a:ext>
            </a:extLst>
          </p:cNvPr>
          <p:cNvPicPr>
            <a:picLocks noGrp="1" noChangeAspect="1"/>
          </p:cNvPicPr>
          <p:nvPr>
            <p:ph idx="4294967295"/>
          </p:nvPr>
        </p:nvPicPr>
        <p:blipFill rotWithShape="1">
          <a:blip r:embed="rId3"/>
          <a:srcRect b="7206"/>
          <a:stretch/>
        </p:blipFill>
        <p:spPr>
          <a:xfrm>
            <a:off x="861125" y="1442596"/>
            <a:ext cx="7205325" cy="4658495"/>
          </a:xfrm>
        </p:spPr>
      </p:pic>
      <p:sp>
        <p:nvSpPr>
          <p:cNvPr id="6" name="TextBox 5">
            <a:extLst>
              <a:ext uri="{FF2B5EF4-FFF2-40B4-BE49-F238E27FC236}">
                <a16:creationId xmlns:a16="http://schemas.microsoft.com/office/drawing/2014/main" id="{33B7CE3F-2121-408B-8D8A-0D010C77C6CC}"/>
              </a:ext>
            </a:extLst>
          </p:cNvPr>
          <p:cNvSpPr txBox="1"/>
          <p:nvPr/>
        </p:nvSpPr>
        <p:spPr>
          <a:xfrm>
            <a:off x="246185" y="6189887"/>
            <a:ext cx="8440615" cy="6639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Avenir Book"/>
              </a:rPr>
              <a:t>Microarrays and bulk RNA sequencing mask the true distribution of gene expression levels across cells.</a:t>
            </a:r>
            <a:endParaRPr lang="en-US" dirty="0"/>
          </a:p>
        </p:txBody>
      </p:sp>
    </p:spTree>
    <p:extLst>
      <p:ext uri="{BB962C8B-B14F-4D97-AF65-F5344CB8AC3E}">
        <p14:creationId xmlns:p14="http://schemas.microsoft.com/office/powerpoint/2010/main" val="343053278"/>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22D33AF-F31D-1FE4-3D8B-71B8D153EBF6}"/>
              </a:ext>
            </a:extLst>
          </p:cNvPr>
          <p:cNvSpPr txBox="1"/>
          <p:nvPr/>
        </p:nvSpPr>
        <p:spPr>
          <a:xfrm>
            <a:off x="1074761" y="5425309"/>
            <a:ext cx="6994476" cy="12105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pPr algn="ctr"/>
            <a:r>
              <a:rPr lang="en-US" sz="1200" b="1" dirty="0">
                <a:ea typeface="+mn-lt"/>
                <a:cs typeface="+mn-lt"/>
              </a:rPr>
              <a:t>Why use </a:t>
            </a:r>
            <a:r>
              <a:rPr lang="en-US" sz="1200" b="1" dirty="0" err="1">
                <a:ea typeface="+mn-lt"/>
                <a:cs typeface="+mn-lt"/>
              </a:rPr>
              <a:t>scRNA</a:t>
            </a:r>
            <a:r>
              <a:rPr lang="en-US" sz="1200" b="1" dirty="0">
                <a:ea typeface="+mn-lt"/>
                <a:cs typeface="+mn-lt"/>
              </a:rPr>
              <a:t>-seq?</a:t>
            </a:r>
          </a:p>
          <a:p>
            <a:pPr marL="285750" indent="-285750">
              <a:buFont typeface="Arial"/>
              <a:buChar char="•"/>
            </a:pPr>
            <a:r>
              <a:rPr lang="en-US" sz="1200" dirty="0">
                <a:ea typeface="+mn-lt"/>
                <a:cs typeface="+mn-lt"/>
              </a:rPr>
              <a:t>Discover which cell types are present in a sample</a:t>
            </a:r>
            <a:endParaRPr lang="en-US" dirty="0"/>
          </a:p>
          <a:p>
            <a:pPr marL="285750" indent="-285750">
              <a:buFont typeface="Arial"/>
              <a:buChar char="•"/>
            </a:pPr>
            <a:r>
              <a:rPr lang="en-US" sz="1200" dirty="0">
                <a:ea typeface="+mn-lt"/>
                <a:cs typeface="+mn-lt"/>
              </a:rPr>
              <a:t>Identify unknown/rare cell types or states hidden in bulk RNA-seq</a:t>
            </a:r>
            <a:endParaRPr lang="en-US" dirty="0"/>
          </a:p>
          <a:p>
            <a:pPr marL="285750" indent="-285750">
              <a:buFont typeface="Arial"/>
              <a:buChar char="•"/>
            </a:pPr>
            <a:r>
              <a:rPr lang="en-US" sz="1200" dirty="0">
                <a:ea typeface="+mn-lt"/>
                <a:cs typeface="+mn-lt"/>
              </a:rPr>
              <a:t>Monitor changes in gene expression during differentiation or across time/states</a:t>
            </a:r>
            <a:endParaRPr lang="en-US" dirty="0"/>
          </a:p>
          <a:p>
            <a:pPr marL="285750" indent="-285750">
              <a:buFont typeface="Arial"/>
              <a:buChar char="•"/>
            </a:pPr>
            <a:r>
              <a:rPr lang="en-US" sz="1200" dirty="0">
                <a:ea typeface="+mn-lt"/>
                <a:cs typeface="+mn-lt"/>
              </a:rPr>
              <a:t>Identify genes that are differentially between cell types/states</a:t>
            </a:r>
            <a:endParaRPr lang="en-US" sz="1200" dirty="0"/>
          </a:p>
          <a:p>
            <a:pPr marL="285750" indent="-285750">
              <a:buFont typeface="Arial"/>
              <a:buChar char="•"/>
            </a:pPr>
            <a:r>
              <a:rPr lang="en-US" sz="1200" dirty="0">
                <a:ea typeface="+mn-lt"/>
                <a:cs typeface="+mn-lt"/>
              </a:rPr>
              <a:t>Can be paired with spatial information or protein information (CITE-seq)</a:t>
            </a:r>
            <a:endParaRPr lang="en-US" sz="1200" b="0" i="0" u="none" strike="noStrike" cap="none" spc="0" normalizeH="0" baseline="0" dirty="0">
              <a:ln>
                <a:noFill/>
              </a:ln>
              <a:solidFill>
                <a:srgbClr val="000000"/>
              </a:solidFill>
              <a:effectLst/>
              <a:uFillTx/>
              <a:latin typeface="Helvetica Neue Light"/>
              <a:ea typeface="Helvetica"/>
              <a:cs typeface="Helvetica"/>
            </a:endParaRPr>
          </a:p>
        </p:txBody>
      </p:sp>
      <p:sp>
        <p:nvSpPr>
          <p:cNvPr id="7" name="Title 6">
            <a:extLst>
              <a:ext uri="{FF2B5EF4-FFF2-40B4-BE49-F238E27FC236}">
                <a16:creationId xmlns:a16="http://schemas.microsoft.com/office/drawing/2014/main" id="{37007BFE-6934-D4BA-0237-002A8101852B}"/>
              </a:ext>
            </a:extLst>
          </p:cNvPr>
          <p:cNvSpPr>
            <a:spLocks noGrp="1"/>
          </p:cNvSpPr>
          <p:nvPr>
            <p:ph type="title"/>
          </p:nvPr>
        </p:nvSpPr>
        <p:spPr/>
        <p:txBody>
          <a:bodyPr/>
          <a:lstStyle/>
          <a:p>
            <a:r>
              <a:rPr lang="en-US" dirty="0"/>
              <a:t>Bulk vs single cell RNA-seq</a:t>
            </a:r>
          </a:p>
        </p:txBody>
      </p:sp>
      <p:grpSp>
        <p:nvGrpSpPr>
          <p:cNvPr id="12" name="Group 11">
            <a:extLst>
              <a:ext uri="{FF2B5EF4-FFF2-40B4-BE49-F238E27FC236}">
                <a16:creationId xmlns:a16="http://schemas.microsoft.com/office/drawing/2014/main" id="{E14C7EAE-3193-88E8-3D5A-AE94BF357911}"/>
              </a:ext>
            </a:extLst>
          </p:cNvPr>
          <p:cNvGrpSpPr/>
          <p:nvPr/>
        </p:nvGrpSpPr>
        <p:grpSpPr>
          <a:xfrm>
            <a:off x="468875" y="1486776"/>
            <a:ext cx="6326002" cy="3884833"/>
            <a:chOff x="861248" y="1486776"/>
            <a:chExt cx="6326002" cy="3884833"/>
          </a:xfrm>
        </p:grpSpPr>
        <p:pic>
          <p:nvPicPr>
            <p:cNvPr id="4" name="Picture 4" descr="Diagram&#10;&#10;Description automatically generated">
              <a:extLst>
                <a:ext uri="{FF2B5EF4-FFF2-40B4-BE49-F238E27FC236}">
                  <a16:creationId xmlns:a16="http://schemas.microsoft.com/office/drawing/2014/main" id="{37E9EFAE-F557-4D10-A1ED-A7FD120B5F8A}"/>
                </a:ext>
              </a:extLst>
            </p:cNvPr>
            <p:cNvPicPr>
              <a:picLocks noChangeAspect="1"/>
            </p:cNvPicPr>
            <p:nvPr/>
          </p:nvPicPr>
          <p:blipFill rotWithShape="1">
            <a:blip r:embed="rId2"/>
            <a:srcRect l="25381" t="18083" r="58" b="-362"/>
            <a:stretch/>
          </p:blipFill>
          <p:spPr>
            <a:xfrm>
              <a:off x="861248" y="1486776"/>
              <a:ext cx="6258632" cy="3884833"/>
            </a:xfrm>
            <a:prstGeom prst="rect">
              <a:avLst/>
            </a:prstGeom>
            <a:noFill/>
          </p:spPr>
        </p:pic>
        <p:sp>
          <p:nvSpPr>
            <p:cNvPr id="3" name="Rectangle 2">
              <a:extLst>
                <a:ext uri="{FF2B5EF4-FFF2-40B4-BE49-F238E27FC236}">
                  <a16:creationId xmlns:a16="http://schemas.microsoft.com/office/drawing/2014/main" id="{40C94E0F-FFDB-1559-E39E-BFAE6293676D}"/>
                </a:ext>
              </a:extLst>
            </p:cNvPr>
            <p:cNvSpPr/>
            <p:nvPr/>
          </p:nvSpPr>
          <p:spPr>
            <a:xfrm>
              <a:off x="5488106" y="2767082"/>
              <a:ext cx="1699144" cy="1699146"/>
            </a:xfrm>
            <a:prstGeom prst="rect">
              <a:avLst/>
            </a:prstGeom>
            <a:solidFill>
              <a:schemeClr val="bg1"/>
            </a:solidFill>
            <a:ln w="12700"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US" sz="3600" b="0" i="0" u="none" strike="noStrike" cap="none" spc="0" normalizeH="0" baseline="0">
                <a:ln>
                  <a:noFill/>
                </a:ln>
                <a:solidFill>
                  <a:srgbClr val="000000"/>
                </a:solidFill>
                <a:effectLst/>
                <a:uFillTx/>
                <a:latin typeface="+mn-lt"/>
                <a:ea typeface="+mn-ea"/>
                <a:cs typeface="+mn-cs"/>
                <a:sym typeface="Helvetica Neue Light"/>
              </a:endParaRPr>
            </a:p>
          </p:txBody>
        </p:sp>
      </p:grpSp>
      <p:pic>
        <p:nvPicPr>
          <p:cNvPr id="11" name="Picture 11" descr="Diagram&#10;&#10;Description automatically generated">
            <a:extLst>
              <a:ext uri="{FF2B5EF4-FFF2-40B4-BE49-F238E27FC236}">
                <a16:creationId xmlns:a16="http://schemas.microsoft.com/office/drawing/2014/main" id="{D69A38CF-FE24-3B78-0560-EA275BEBE545}"/>
              </a:ext>
            </a:extLst>
          </p:cNvPr>
          <p:cNvPicPr>
            <a:picLocks noChangeAspect="1"/>
          </p:cNvPicPr>
          <p:nvPr/>
        </p:nvPicPr>
        <p:blipFill>
          <a:blip r:embed="rId3"/>
          <a:stretch>
            <a:fillRect/>
          </a:stretch>
        </p:blipFill>
        <p:spPr>
          <a:xfrm>
            <a:off x="5210054" y="3158884"/>
            <a:ext cx="3431647" cy="1801793"/>
          </a:xfrm>
          <a:prstGeom prst="rect">
            <a:avLst/>
          </a:prstGeom>
        </p:spPr>
      </p:pic>
      <p:sp>
        <p:nvSpPr>
          <p:cNvPr id="13" name="TextBox 12">
            <a:extLst>
              <a:ext uri="{FF2B5EF4-FFF2-40B4-BE49-F238E27FC236}">
                <a16:creationId xmlns:a16="http://schemas.microsoft.com/office/drawing/2014/main" id="{88B5D18B-7939-F7D3-A837-C88CBAF267A6}"/>
              </a:ext>
            </a:extLst>
          </p:cNvPr>
          <p:cNvSpPr txBox="1"/>
          <p:nvPr/>
        </p:nvSpPr>
        <p:spPr>
          <a:xfrm>
            <a:off x="402610" y="6634261"/>
            <a:ext cx="8577617" cy="22570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pPr hangingPunct="0"/>
            <a:r>
              <a:rPr lang="en-US" sz="800" b="1" i="1" dirty="0"/>
              <a:t>Image credit:</a:t>
            </a:r>
            <a:r>
              <a:rPr lang="en-US" sz="800" i="1" dirty="0"/>
              <a:t> (Left) Cambridge), (Right) Trapnell, C. Defining cell types and states with single-cell genomics, Genome Research 2015 (</a:t>
            </a:r>
            <a:r>
              <a:rPr lang="en-US" sz="800" i="1" dirty="0" err="1"/>
              <a:t>doi</a:t>
            </a:r>
            <a:r>
              <a:rPr lang="en-US" sz="800" i="1" dirty="0"/>
              <a:t>: https://dx.doi.org/10.1101/gr.190595.115)</a:t>
            </a:r>
            <a:endParaRPr lang="en-US" sz="800"/>
          </a:p>
        </p:txBody>
      </p:sp>
    </p:spTree>
    <p:extLst>
      <p:ext uri="{BB962C8B-B14F-4D97-AF65-F5344CB8AC3E}">
        <p14:creationId xmlns:p14="http://schemas.microsoft.com/office/powerpoint/2010/main" val="3775393006"/>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How do we go from cell to count matrix?</a:t>
            </a:r>
          </a:p>
        </p:txBody>
      </p:sp>
      <p:pic>
        <p:nvPicPr>
          <p:cNvPr id="6" name="Picture 5"/>
          <p:cNvPicPr>
            <a:picLocks noChangeAspect="1"/>
          </p:cNvPicPr>
          <p:nvPr/>
        </p:nvPicPr>
        <p:blipFill rotWithShape="1">
          <a:blip r:embed="rId2"/>
          <a:srcRect l="79147" t="27092" r="1443" b="31046"/>
          <a:stretch/>
        </p:blipFill>
        <p:spPr>
          <a:xfrm>
            <a:off x="5402909" y="2637977"/>
            <a:ext cx="2828421" cy="1855897"/>
          </a:xfrm>
          <a:prstGeom prst="rect">
            <a:avLst/>
          </a:prstGeom>
        </p:spPr>
      </p:pic>
      <p:pic>
        <p:nvPicPr>
          <p:cNvPr id="3" name="Picture 4" descr="A close up of a logo&#10;&#10;Description generated with high confidence">
            <a:extLst>
              <a:ext uri="{FF2B5EF4-FFF2-40B4-BE49-F238E27FC236}">
                <a16:creationId xmlns:a16="http://schemas.microsoft.com/office/drawing/2014/main" id="{56A406E0-C4D3-45CD-94F3-30287D274F07}"/>
              </a:ext>
            </a:extLst>
          </p:cNvPr>
          <p:cNvPicPr>
            <a:picLocks noChangeAspect="1"/>
          </p:cNvPicPr>
          <p:nvPr/>
        </p:nvPicPr>
        <p:blipFill>
          <a:blip r:embed="rId3"/>
          <a:stretch>
            <a:fillRect/>
          </a:stretch>
        </p:blipFill>
        <p:spPr>
          <a:xfrm>
            <a:off x="1231290" y="2698140"/>
            <a:ext cx="2619375" cy="1743075"/>
          </a:xfrm>
          <a:prstGeom prst="rect">
            <a:avLst/>
          </a:prstGeom>
        </p:spPr>
      </p:pic>
      <p:sp>
        <p:nvSpPr>
          <p:cNvPr id="7" name="Arrow: Right 6">
            <a:extLst>
              <a:ext uri="{FF2B5EF4-FFF2-40B4-BE49-F238E27FC236}">
                <a16:creationId xmlns:a16="http://schemas.microsoft.com/office/drawing/2014/main" id="{5F37A06C-21F3-4537-9B39-1C2A3748C075}"/>
              </a:ext>
            </a:extLst>
          </p:cNvPr>
          <p:cNvSpPr/>
          <p:nvPr/>
        </p:nvSpPr>
        <p:spPr>
          <a:xfrm>
            <a:off x="4082796" y="3318569"/>
            <a:ext cx="978408" cy="484632"/>
          </a:xfrm>
          <a:prstGeom prst="rightArrow">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10942063"/>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8" name="A decade of single-cell RNA-seq"/>
          <p:cNvSpPr txBox="1">
            <a:spLocks noGrp="1"/>
          </p:cNvSpPr>
          <p:nvPr>
            <p:ph type="title"/>
          </p:nvPr>
        </p:nvSpPr>
        <p:spPr>
          <a:prstGeom prst="rect">
            <a:avLst/>
          </a:prstGeom>
        </p:spPr>
        <p:txBody>
          <a:bodyPr>
            <a:normAutofit/>
          </a:bodyPr>
          <a:lstStyle/>
          <a:p>
            <a:r>
              <a:rPr lang="en-US" dirty="0">
                <a:latin typeface="Helvetica Neue Light"/>
              </a:rPr>
              <a:t>A decade of single-cell RNA-seq</a:t>
            </a:r>
          </a:p>
        </p:txBody>
      </p:sp>
      <p:sp>
        <p:nvSpPr>
          <p:cNvPr id="3" name="Rectangle 2">
            <a:extLst>
              <a:ext uri="{FF2B5EF4-FFF2-40B4-BE49-F238E27FC236}">
                <a16:creationId xmlns:a16="http://schemas.microsoft.com/office/drawing/2014/main" id="{AD20CC4E-EC04-4066-BC6A-B498484F9CD0}"/>
              </a:ext>
            </a:extLst>
          </p:cNvPr>
          <p:cNvSpPr/>
          <p:nvPr/>
        </p:nvSpPr>
        <p:spPr>
          <a:xfrm>
            <a:off x="17251" y="1669210"/>
            <a:ext cx="388190" cy="370936"/>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US" sz="3600" b="0" i="0" u="none" strike="noStrike" cap="none" spc="0" normalizeH="0" baseline="0">
              <a:ln>
                <a:noFill/>
              </a:ln>
              <a:solidFill>
                <a:srgbClr val="000000"/>
              </a:solidFill>
              <a:effectLst/>
              <a:uFillTx/>
              <a:latin typeface="+mn-lt"/>
              <a:ea typeface="+mn-ea"/>
              <a:cs typeface="+mn-cs"/>
              <a:sym typeface="Helvetica Neue Light"/>
            </a:endParaRPr>
          </a:p>
        </p:txBody>
      </p:sp>
      <p:sp>
        <p:nvSpPr>
          <p:cNvPr id="7" name="Rectangle 6">
            <a:extLst>
              <a:ext uri="{FF2B5EF4-FFF2-40B4-BE49-F238E27FC236}">
                <a16:creationId xmlns:a16="http://schemas.microsoft.com/office/drawing/2014/main" id="{DEADDEFF-BC7C-4D12-819C-E01F557421F8}"/>
              </a:ext>
            </a:extLst>
          </p:cNvPr>
          <p:cNvSpPr/>
          <p:nvPr/>
        </p:nvSpPr>
        <p:spPr>
          <a:xfrm>
            <a:off x="51757" y="3334108"/>
            <a:ext cx="388190" cy="370936"/>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US" sz="3600" b="0" i="0" u="none" strike="noStrike" cap="none" spc="0" normalizeH="0" baseline="0">
              <a:ln>
                <a:noFill/>
              </a:ln>
              <a:solidFill>
                <a:srgbClr val="000000"/>
              </a:solidFill>
              <a:effectLst/>
              <a:uFillTx/>
              <a:latin typeface="+mn-lt"/>
              <a:ea typeface="+mn-ea"/>
              <a:cs typeface="+mn-cs"/>
              <a:sym typeface="Helvetica Neue Light"/>
            </a:endParaRPr>
          </a:p>
        </p:txBody>
      </p:sp>
      <p:sp>
        <p:nvSpPr>
          <p:cNvPr id="5" name="TextBox 4">
            <a:extLst>
              <a:ext uri="{FF2B5EF4-FFF2-40B4-BE49-F238E27FC236}">
                <a16:creationId xmlns:a16="http://schemas.microsoft.com/office/drawing/2014/main" id="{0CED5A57-64C7-BA7A-3690-9786C1D97669}"/>
              </a:ext>
            </a:extLst>
          </p:cNvPr>
          <p:cNvSpPr txBox="1"/>
          <p:nvPr/>
        </p:nvSpPr>
        <p:spPr>
          <a:xfrm>
            <a:off x="366784" y="6314716"/>
            <a:ext cx="8270542"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pPr algn="ctr"/>
            <a:r>
              <a:rPr lang="en-US" sz="1200" dirty="0">
                <a:ea typeface="+mn-lt"/>
                <a:cs typeface="+mn-lt"/>
              </a:rPr>
              <a:t>Huang, D., Ma, N., Li, X. </a:t>
            </a:r>
            <a:r>
              <a:rPr lang="en-US" sz="1200" i="1" dirty="0">
                <a:ea typeface="+mn-lt"/>
                <a:cs typeface="+mn-lt"/>
              </a:rPr>
              <a:t>et al.</a:t>
            </a:r>
            <a:r>
              <a:rPr lang="en-US" sz="1200" dirty="0">
                <a:ea typeface="+mn-lt"/>
                <a:cs typeface="+mn-lt"/>
              </a:rPr>
              <a:t> Advances in single-cell RNA sequencing and its applications in cancer research. </a:t>
            </a:r>
            <a:r>
              <a:rPr lang="en-US" sz="1200" i="1" dirty="0">
                <a:ea typeface="+mn-lt"/>
                <a:cs typeface="+mn-lt"/>
              </a:rPr>
              <a:t>J </a:t>
            </a:r>
            <a:r>
              <a:rPr lang="en-US" sz="1200" i="1" dirty="0" err="1">
                <a:ea typeface="+mn-lt"/>
                <a:cs typeface="+mn-lt"/>
              </a:rPr>
              <a:t>Hematol</a:t>
            </a:r>
            <a:r>
              <a:rPr lang="en-US" sz="1200" i="1" dirty="0">
                <a:ea typeface="+mn-lt"/>
                <a:cs typeface="+mn-lt"/>
              </a:rPr>
              <a:t> Oncol</a:t>
            </a:r>
            <a:r>
              <a:rPr lang="en-US" sz="1200" dirty="0">
                <a:ea typeface="+mn-lt"/>
                <a:cs typeface="+mn-lt"/>
              </a:rPr>
              <a:t> </a:t>
            </a:r>
            <a:r>
              <a:rPr lang="en-US" sz="1200" b="1" dirty="0">
                <a:ea typeface="+mn-lt"/>
                <a:cs typeface="+mn-lt"/>
              </a:rPr>
              <a:t>16</a:t>
            </a:r>
            <a:r>
              <a:rPr lang="en-US" sz="1200" dirty="0">
                <a:ea typeface="+mn-lt"/>
                <a:cs typeface="+mn-lt"/>
              </a:rPr>
              <a:t>, 98 (2023). https://doi.org/10.1186/s13045-023-01494-6</a:t>
            </a:r>
            <a:endParaRPr lang="en-US" dirty="0"/>
          </a:p>
        </p:txBody>
      </p:sp>
      <p:pic>
        <p:nvPicPr>
          <p:cNvPr id="2" name="Picture 1">
            <a:extLst>
              <a:ext uri="{FF2B5EF4-FFF2-40B4-BE49-F238E27FC236}">
                <a16:creationId xmlns:a16="http://schemas.microsoft.com/office/drawing/2014/main" id="{7FF13C85-0796-3208-33A0-D47DBAFF05C9}"/>
              </a:ext>
            </a:extLst>
          </p:cNvPr>
          <p:cNvPicPr>
            <a:picLocks noChangeAspect="1"/>
          </p:cNvPicPr>
          <p:nvPr/>
        </p:nvPicPr>
        <p:blipFill>
          <a:blip r:embed="rId2"/>
          <a:stretch>
            <a:fillRect/>
          </a:stretch>
        </p:blipFill>
        <p:spPr>
          <a:xfrm>
            <a:off x="638432" y="1716896"/>
            <a:ext cx="7733271" cy="4289178"/>
          </a:xfrm>
          <a:prstGeom prst="rect">
            <a:avLst/>
          </a:prstGeom>
        </p:spPr>
      </p:pic>
    </p:spTree>
    <p:extLst>
      <p:ext uri="{BB962C8B-B14F-4D97-AF65-F5344CB8AC3E}">
        <p14:creationId xmlns:p14="http://schemas.microsoft.com/office/powerpoint/2010/main" val="2538231574"/>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General workflow of a single cell (</a:t>
            </a:r>
            <a:r>
              <a:rPr lang="en-US" dirty="0" err="1"/>
              <a:t>sc</a:t>
            </a:r>
            <a:r>
              <a:rPr lang="en-US" dirty="0"/>
              <a:t>) RNA-Seq experiment</a:t>
            </a:r>
          </a:p>
        </p:txBody>
      </p:sp>
      <p:sp>
        <p:nvSpPr>
          <p:cNvPr id="5" name="TextBox 4"/>
          <p:cNvSpPr txBox="1"/>
          <p:nvPr/>
        </p:nvSpPr>
        <p:spPr>
          <a:xfrm>
            <a:off x="5632594" y="6487555"/>
            <a:ext cx="2597192" cy="215444"/>
          </a:xfrm>
          <a:prstGeom prst="rect">
            <a:avLst/>
          </a:prstGeom>
          <a:noFill/>
        </p:spPr>
        <p:txBody>
          <a:bodyPr wrap="square" lIns="91440" tIns="45720" rIns="91440" bIns="45720" rtlCol="0" anchor="t">
            <a:spAutoFit/>
          </a:bodyPr>
          <a:lstStyle/>
          <a:p>
            <a:r>
              <a:rPr lang="en-US" sz="800" dirty="0">
                <a:latin typeface="Avenir Book"/>
                <a:cs typeface="Avenir Book"/>
              </a:rPr>
              <a:t>Haque </a:t>
            </a:r>
            <a:r>
              <a:rPr lang="en-US" sz="800" i="1" dirty="0">
                <a:latin typeface="Avenir Book"/>
                <a:cs typeface="Avenir Book"/>
              </a:rPr>
              <a:t>et al</a:t>
            </a:r>
            <a:r>
              <a:rPr lang="en-US" sz="800" dirty="0">
                <a:latin typeface="Avenir Book"/>
                <a:cs typeface="Avenir Book"/>
              </a:rPr>
              <a:t>., 2017 Genome Medicine</a:t>
            </a:r>
          </a:p>
        </p:txBody>
      </p:sp>
      <p:pic>
        <p:nvPicPr>
          <p:cNvPr id="6" name="Picture 5" descr="Screen Shot 2018-01-23 at 6.41.25 PM.png"/>
          <p:cNvPicPr>
            <a:picLocks noChangeAspect="1"/>
          </p:cNvPicPr>
          <p:nvPr/>
        </p:nvPicPr>
        <p:blipFill rotWithShape="1">
          <a:blip r:embed="rId2">
            <a:extLst>
              <a:ext uri="{28A0092B-C50C-407E-A947-70E740481C1C}">
                <a14:useLocalDpi xmlns:a14="http://schemas.microsoft.com/office/drawing/2010/main" val="0"/>
              </a:ext>
            </a:extLst>
          </a:blip>
          <a:srcRect r="51920" b="74"/>
          <a:stretch/>
        </p:blipFill>
        <p:spPr>
          <a:xfrm>
            <a:off x="1153055" y="1837841"/>
            <a:ext cx="3090516" cy="4647363"/>
          </a:xfrm>
          <a:prstGeom prst="rect">
            <a:avLst/>
          </a:prstGeom>
        </p:spPr>
      </p:pic>
      <p:pic>
        <p:nvPicPr>
          <p:cNvPr id="7" name="Picture 6" descr="Screen Shot 2018-01-23 at 6.41.37 PM.png"/>
          <p:cNvPicPr>
            <a:picLocks noChangeAspect="1"/>
          </p:cNvPicPr>
          <p:nvPr/>
        </p:nvPicPr>
        <p:blipFill rotWithShape="1">
          <a:blip r:embed="rId3">
            <a:extLst>
              <a:ext uri="{28A0092B-C50C-407E-A947-70E740481C1C}">
                <a14:useLocalDpi xmlns:a14="http://schemas.microsoft.com/office/drawing/2010/main" val="0"/>
              </a:ext>
            </a:extLst>
          </a:blip>
          <a:srcRect r="50029"/>
          <a:stretch/>
        </p:blipFill>
        <p:spPr>
          <a:xfrm>
            <a:off x="5522767" y="2160022"/>
            <a:ext cx="2975897" cy="3932407"/>
          </a:xfrm>
          <a:prstGeom prst="rect">
            <a:avLst/>
          </a:prstGeom>
        </p:spPr>
      </p:pic>
      <p:sp>
        <p:nvSpPr>
          <p:cNvPr id="3" name="TextBox 2">
            <a:extLst>
              <a:ext uri="{FF2B5EF4-FFF2-40B4-BE49-F238E27FC236}">
                <a16:creationId xmlns:a16="http://schemas.microsoft.com/office/drawing/2014/main" id="{085D220D-D713-4F35-9DC1-F477A35F3BF7}"/>
              </a:ext>
            </a:extLst>
          </p:cNvPr>
          <p:cNvSpPr txBox="1"/>
          <p:nvPr/>
        </p:nvSpPr>
        <p:spPr>
          <a:xfrm>
            <a:off x="3424687" y="1473824"/>
            <a:ext cx="2743200" cy="28725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pPr algn="ctr" hangingPunct="0"/>
            <a:r>
              <a:rPr lang="en-US" sz="1200" u="sng">
                <a:solidFill>
                  <a:srgbClr val="FF0000"/>
                </a:solidFill>
                <a:latin typeface="Helvetica"/>
                <a:ea typeface="Helvetica"/>
                <a:cs typeface="Helvetica"/>
              </a:rPr>
              <a:t>Critical Steps</a:t>
            </a:r>
            <a:endParaRPr lang="en-US" sz="1200" b="0" i="0" u="sng" strike="noStrike" cap="none" spc="0" normalizeH="0" baseline="0">
              <a:ln>
                <a:noFill/>
              </a:ln>
              <a:solidFill>
                <a:srgbClr val="FF0000"/>
              </a:solidFill>
              <a:effectLst/>
              <a:uFillTx/>
              <a:latin typeface="Helvetica"/>
              <a:ea typeface="Helvetica"/>
              <a:cs typeface="Helvetica"/>
            </a:endParaRPr>
          </a:p>
        </p:txBody>
      </p:sp>
      <p:sp>
        <p:nvSpPr>
          <p:cNvPr id="8" name="TextBox 7">
            <a:extLst>
              <a:ext uri="{FF2B5EF4-FFF2-40B4-BE49-F238E27FC236}">
                <a16:creationId xmlns:a16="http://schemas.microsoft.com/office/drawing/2014/main" id="{E3EE7C45-C31D-4AFC-9ACE-B8BA0E17803C}"/>
              </a:ext>
            </a:extLst>
          </p:cNvPr>
          <p:cNvSpPr txBox="1"/>
          <p:nvPr/>
        </p:nvSpPr>
        <p:spPr>
          <a:xfrm>
            <a:off x="3901756" y="1931024"/>
            <a:ext cx="2743200" cy="28725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pPr algn="ctr" hangingPunct="0"/>
            <a:r>
              <a:rPr lang="en-US" sz="1200">
                <a:solidFill>
                  <a:srgbClr val="FF0000"/>
                </a:solidFill>
                <a:latin typeface="Helvetica"/>
                <a:ea typeface="Helvetica"/>
                <a:cs typeface="Helvetica"/>
              </a:rPr>
              <a:t>Cell Isolation (cell or nuclei)</a:t>
            </a:r>
            <a:endParaRPr lang="en-US" sz="1200" b="0" i="0" strike="noStrike" cap="none" spc="0" normalizeH="0" baseline="0">
              <a:ln>
                <a:noFill/>
              </a:ln>
              <a:solidFill>
                <a:srgbClr val="FF0000"/>
              </a:solidFill>
              <a:effectLst/>
              <a:uFillTx/>
              <a:latin typeface="Helvetica"/>
              <a:ea typeface="Helvetica"/>
              <a:cs typeface="Helvetica"/>
            </a:endParaRPr>
          </a:p>
        </p:txBody>
      </p:sp>
      <p:sp>
        <p:nvSpPr>
          <p:cNvPr id="9" name="TextBox 8">
            <a:extLst>
              <a:ext uri="{FF2B5EF4-FFF2-40B4-BE49-F238E27FC236}">
                <a16:creationId xmlns:a16="http://schemas.microsoft.com/office/drawing/2014/main" id="{9458DD16-29FA-4408-B4C4-514710B06759}"/>
              </a:ext>
            </a:extLst>
          </p:cNvPr>
          <p:cNvSpPr txBox="1"/>
          <p:nvPr/>
        </p:nvSpPr>
        <p:spPr>
          <a:xfrm>
            <a:off x="3903688" y="3776763"/>
            <a:ext cx="2743200" cy="28725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pPr algn="ctr" hangingPunct="0"/>
            <a:r>
              <a:rPr lang="en-US" sz="1200">
                <a:solidFill>
                  <a:srgbClr val="FF0000"/>
                </a:solidFill>
                <a:latin typeface="Helvetica"/>
                <a:ea typeface="Helvetica"/>
                <a:cs typeface="Helvetica"/>
              </a:rPr>
              <a:t>Second Strand Generation</a:t>
            </a:r>
            <a:endParaRPr lang="en-US" sz="1200" b="0" i="0" strike="noStrike" cap="none" spc="0" normalizeH="0" baseline="0">
              <a:ln>
                <a:noFill/>
              </a:ln>
              <a:solidFill>
                <a:srgbClr val="FF0000"/>
              </a:solidFill>
              <a:effectLst/>
              <a:uFillTx/>
              <a:latin typeface="Helvetica"/>
              <a:ea typeface="Helvetica"/>
              <a:cs typeface="Helvetica"/>
            </a:endParaRPr>
          </a:p>
        </p:txBody>
      </p:sp>
      <p:sp>
        <p:nvSpPr>
          <p:cNvPr id="10" name="TextBox 9">
            <a:extLst>
              <a:ext uri="{FF2B5EF4-FFF2-40B4-BE49-F238E27FC236}">
                <a16:creationId xmlns:a16="http://schemas.microsoft.com/office/drawing/2014/main" id="{F83B83B1-9F7B-49C8-899A-66797F985C03}"/>
              </a:ext>
            </a:extLst>
          </p:cNvPr>
          <p:cNvSpPr txBox="1"/>
          <p:nvPr/>
        </p:nvSpPr>
        <p:spPr>
          <a:xfrm>
            <a:off x="3623094" y="5278073"/>
            <a:ext cx="2743200" cy="28725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pPr algn="ctr" hangingPunct="0"/>
            <a:r>
              <a:rPr lang="en-US" sz="1200">
                <a:solidFill>
                  <a:srgbClr val="FF0000"/>
                </a:solidFill>
                <a:latin typeface="Helvetica"/>
                <a:ea typeface="Helvetica"/>
                <a:cs typeface="Helvetica"/>
              </a:rPr>
              <a:t>Library Construction</a:t>
            </a:r>
            <a:endParaRPr lang="en-US" sz="1200" b="0" i="0" strike="noStrike" cap="none" spc="0" normalizeH="0" baseline="0" dirty="0">
              <a:ln>
                <a:noFill/>
              </a:ln>
              <a:solidFill>
                <a:srgbClr val="FF0000"/>
              </a:solidFill>
              <a:effectLst/>
              <a:uFillTx/>
              <a:latin typeface="Helvetica"/>
              <a:ea typeface="Helvetica"/>
              <a:cs typeface="Helvetica"/>
            </a:endParaRPr>
          </a:p>
        </p:txBody>
      </p:sp>
      <p:sp>
        <p:nvSpPr>
          <p:cNvPr id="11" name="TextBox 10">
            <a:extLst>
              <a:ext uri="{FF2B5EF4-FFF2-40B4-BE49-F238E27FC236}">
                <a16:creationId xmlns:a16="http://schemas.microsoft.com/office/drawing/2014/main" id="{CFD0BD1A-9861-4378-8630-F27F08F57A24}"/>
              </a:ext>
            </a:extLst>
          </p:cNvPr>
          <p:cNvSpPr txBox="1"/>
          <p:nvPr/>
        </p:nvSpPr>
        <p:spPr>
          <a:xfrm>
            <a:off x="3470957" y="3218869"/>
            <a:ext cx="2743200" cy="28725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pPr algn="ctr" hangingPunct="0"/>
            <a:r>
              <a:rPr lang="en-US" sz="1200">
                <a:solidFill>
                  <a:srgbClr val="FF0000"/>
                </a:solidFill>
                <a:latin typeface="Helvetica"/>
                <a:ea typeface="Helvetica"/>
                <a:cs typeface="Helvetica"/>
              </a:rPr>
              <a:t>Cell Barcoding</a:t>
            </a:r>
            <a:endParaRPr lang="en-US" sz="1200" b="0" i="0" strike="noStrike" cap="none" spc="0" normalizeH="0" baseline="0">
              <a:ln>
                <a:noFill/>
              </a:ln>
              <a:solidFill>
                <a:srgbClr val="FF0000"/>
              </a:solidFill>
              <a:effectLst/>
              <a:uFillTx/>
              <a:latin typeface="Helvetica"/>
              <a:ea typeface="Helvetica"/>
              <a:cs typeface="Helvetica"/>
            </a:endParaRPr>
          </a:p>
        </p:txBody>
      </p:sp>
      <p:sp>
        <p:nvSpPr>
          <p:cNvPr id="12" name="TextBox 11">
            <a:extLst>
              <a:ext uri="{FF2B5EF4-FFF2-40B4-BE49-F238E27FC236}">
                <a16:creationId xmlns:a16="http://schemas.microsoft.com/office/drawing/2014/main" id="{0A801B2F-E827-4773-84DD-45B4BE34B462}"/>
              </a:ext>
            </a:extLst>
          </p:cNvPr>
          <p:cNvSpPr txBox="1"/>
          <p:nvPr/>
        </p:nvSpPr>
        <p:spPr>
          <a:xfrm>
            <a:off x="4300766" y="2421475"/>
            <a:ext cx="2743200" cy="28725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pPr hangingPunct="0"/>
            <a:r>
              <a:rPr lang="en-US" sz="1200" dirty="0">
                <a:solidFill>
                  <a:srgbClr val="FF0000"/>
                </a:solidFill>
                <a:latin typeface="Helvetica"/>
                <a:ea typeface="Helvetica"/>
                <a:cs typeface="Helvetica"/>
              </a:rPr>
              <a:t>Cell lysis</a:t>
            </a:r>
            <a:endParaRPr lang="en-US"/>
          </a:p>
        </p:txBody>
      </p:sp>
      <p:sp>
        <p:nvSpPr>
          <p:cNvPr id="13" name="TextBox 12">
            <a:extLst>
              <a:ext uri="{FF2B5EF4-FFF2-40B4-BE49-F238E27FC236}">
                <a16:creationId xmlns:a16="http://schemas.microsoft.com/office/drawing/2014/main" id="{B9D00BE7-0F18-49CB-AABE-3853E4154F48}"/>
              </a:ext>
            </a:extLst>
          </p:cNvPr>
          <p:cNvSpPr txBox="1"/>
          <p:nvPr/>
        </p:nvSpPr>
        <p:spPr>
          <a:xfrm>
            <a:off x="4300765" y="2878674"/>
            <a:ext cx="2743200" cy="28725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pPr hangingPunct="0"/>
            <a:r>
              <a:rPr lang="en-US" sz="1200" dirty="0">
                <a:solidFill>
                  <a:srgbClr val="FF0000"/>
                </a:solidFill>
                <a:latin typeface="Helvetica"/>
                <a:ea typeface="Helvetica"/>
                <a:cs typeface="Helvetica"/>
              </a:rPr>
              <a:t>mRNA capture</a:t>
            </a:r>
            <a:endParaRPr lang="en-US" sz="1200" b="0" i="0" strike="noStrike" cap="none" spc="0" normalizeH="0" baseline="0" dirty="0">
              <a:ln>
                <a:noFill/>
              </a:ln>
              <a:solidFill>
                <a:srgbClr val="FF0000"/>
              </a:solidFill>
              <a:effectLst/>
              <a:uFillTx/>
              <a:latin typeface="Helvetica"/>
              <a:ea typeface="Helvetica"/>
              <a:cs typeface="Helvetica"/>
            </a:endParaRPr>
          </a:p>
        </p:txBody>
      </p:sp>
      <p:sp>
        <p:nvSpPr>
          <p:cNvPr id="15" name="TextBox 14">
            <a:extLst>
              <a:ext uri="{FF2B5EF4-FFF2-40B4-BE49-F238E27FC236}">
                <a16:creationId xmlns:a16="http://schemas.microsoft.com/office/drawing/2014/main" id="{96D00A34-89BA-4311-A68B-C88A22D06879}"/>
              </a:ext>
            </a:extLst>
          </p:cNvPr>
          <p:cNvSpPr txBox="1"/>
          <p:nvPr/>
        </p:nvSpPr>
        <p:spPr>
          <a:xfrm>
            <a:off x="4267514" y="4724099"/>
            <a:ext cx="2743200" cy="28725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pPr hangingPunct="0"/>
            <a:r>
              <a:rPr lang="en-US" sz="1200" dirty="0">
                <a:solidFill>
                  <a:srgbClr val="FF0000"/>
                </a:solidFill>
                <a:latin typeface="Helvetica"/>
                <a:ea typeface="Helvetica"/>
                <a:cs typeface="Helvetica"/>
              </a:rPr>
              <a:t>cDNA amplification</a:t>
            </a:r>
            <a:endParaRPr lang="en-US" sz="1200" b="0" i="0" strike="noStrike" cap="none" spc="0" normalizeH="0" baseline="0" dirty="0">
              <a:ln>
                <a:noFill/>
              </a:ln>
              <a:solidFill>
                <a:srgbClr val="FF0000"/>
              </a:solidFill>
              <a:effectLst/>
              <a:uFillTx/>
              <a:latin typeface="Helvetica"/>
              <a:ea typeface="Helvetica"/>
              <a:cs typeface="Helvetica"/>
            </a:endParaRPr>
          </a:p>
        </p:txBody>
      </p:sp>
      <p:sp>
        <p:nvSpPr>
          <p:cNvPr id="17" name="TextBox 16">
            <a:extLst>
              <a:ext uri="{FF2B5EF4-FFF2-40B4-BE49-F238E27FC236}">
                <a16:creationId xmlns:a16="http://schemas.microsoft.com/office/drawing/2014/main" id="{B10B30A9-302C-4A49-8489-2C4840A48919}"/>
              </a:ext>
            </a:extLst>
          </p:cNvPr>
          <p:cNvSpPr txBox="1"/>
          <p:nvPr/>
        </p:nvSpPr>
        <p:spPr>
          <a:xfrm>
            <a:off x="3564905" y="6001280"/>
            <a:ext cx="2743200" cy="28725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pPr algn="ctr" hangingPunct="0"/>
            <a:r>
              <a:rPr lang="en-US" sz="1200" dirty="0">
                <a:solidFill>
                  <a:srgbClr val="FF0000"/>
                </a:solidFill>
                <a:latin typeface="Helvetica"/>
                <a:ea typeface="Helvetica"/>
                <a:cs typeface="Helvetica"/>
              </a:rPr>
              <a:t>Pool and sequence</a:t>
            </a:r>
            <a:endParaRPr lang="en-US" sz="1200" b="0" i="0" strike="noStrike" cap="none" spc="0" normalizeH="0" baseline="0" dirty="0">
              <a:ln>
                <a:noFill/>
              </a:ln>
              <a:solidFill>
                <a:srgbClr val="FF0000"/>
              </a:solidFill>
              <a:effectLst/>
              <a:uFillTx/>
              <a:latin typeface="Helvetica"/>
              <a:ea typeface="Helvetica"/>
              <a:cs typeface="Helvetica"/>
            </a:endParaRPr>
          </a:p>
        </p:txBody>
      </p:sp>
      <p:sp>
        <p:nvSpPr>
          <p:cNvPr id="18" name="TextBox 17">
            <a:extLst>
              <a:ext uri="{FF2B5EF4-FFF2-40B4-BE49-F238E27FC236}">
                <a16:creationId xmlns:a16="http://schemas.microsoft.com/office/drawing/2014/main" id="{C4FD2EFC-7E49-4C47-89FC-94917DF41657}"/>
              </a:ext>
            </a:extLst>
          </p:cNvPr>
          <p:cNvSpPr txBox="1"/>
          <p:nvPr/>
        </p:nvSpPr>
        <p:spPr>
          <a:xfrm>
            <a:off x="7399787" y="4871937"/>
            <a:ext cx="2743200" cy="28725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pPr algn="ctr" hangingPunct="0"/>
            <a:r>
              <a:rPr lang="en-US" sz="1200" dirty="0">
                <a:solidFill>
                  <a:srgbClr val="FF0000"/>
                </a:solidFill>
                <a:latin typeface="Helvetica"/>
                <a:ea typeface="Helvetica"/>
                <a:cs typeface="Helvetica"/>
              </a:rPr>
              <a:t>Analysis</a:t>
            </a:r>
            <a:endParaRPr lang="en-US" sz="1200" b="0" i="0" strike="noStrike" cap="none" spc="0" normalizeH="0" baseline="0" dirty="0">
              <a:ln>
                <a:noFill/>
              </a:ln>
              <a:solidFill>
                <a:srgbClr val="FF0000"/>
              </a:solidFill>
              <a:effectLst/>
              <a:uFillTx/>
              <a:latin typeface="Helvetica"/>
              <a:ea typeface="Helvetica"/>
              <a:cs typeface="Helvetica"/>
            </a:endParaRPr>
          </a:p>
        </p:txBody>
      </p:sp>
      <p:sp>
        <p:nvSpPr>
          <p:cNvPr id="16" name="TextBox 15">
            <a:extLst>
              <a:ext uri="{FF2B5EF4-FFF2-40B4-BE49-F238E27FC236}">
                <a16:creationId xmlns:a16="http://schemas.microsoft.com/office/drawing/2014/main" id="{B998A698-06B5-4BFA-8993-2ECEC4737873}"/>
              </a:ext>
            </a:extLst>
          </p:cNvPr>
          <p:cNvSpPr txBox="1"/>
          <p:nvPr/>
        </p:nvSpPr>
        <p:spPr>
          <a:xfrm>
            <a:off x="7427779" y="3445327"/>
            <a:ext cx="1754155" cy="28725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pPr algn="ctr" hangingPunct="0"/>
            <a:r>
              <a:rPr lang="en-US" sz="1200" dirty="0">
                <a:solidFill>
                  <a:srgbClr val="FF0000"/>
                </a:solidFill>
                <a:latin typeface="Helvetica"/>
                <a:ea typeface="Helvetica"/>
                <a:cs typeface="Helvetica"/>
              </a:rPr>
              <a:t>Demultiplexing/counting</a:t>
            </a:r>
            <a:endParaRPr lang="en-US" sz="1200" b="0" i="0" strike="noStrike" cap="none" spc="0" normalizeH="0" baseline="0" dirty="0">
              <a:ln>
                <a:noFill/>
              </a:ln>
              <a:solidFill>
                <a:srgbClr val="FF0000"/>
              </a:solidFill>
              <a:effectLst/>
              <a:uFillTx/>
              <a:latin typeface="Helvetica"/>
              <a:ea typeface="Helvetica"/>
              <a:cs typeface="Helvetica"/>
            </a:endParaRPr>
          </a:p>
        </p:txBody>
      </p:sp>
    </p:spTree>
    <p:extLst>
      <p:ext uri="{BB962C8B-B14F-4D97-AF65-F5344CB8AC3E}">
        <p14:creationId xmlns:p14="http://schemas.microsoft.com/office/powerpoint/2010/main" val="414334130"/>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8" name="A decade of single-cell RNA-seq"/>
          <p:cNvSpPr txBox="1">
            <a:spLocks noGrp="1"/>
          </p:cNvSpPr>
          <p:nvPr>
            <p:ph type="title"/>
          </p:nvPr>
        </p:nvSpPr>
        <p:spPr>
          <a:prstGeom prst="rect">
            <a:avLst/>
          </a:prstGeom>
        </p:spPr>
        <p:txBody>
          <a:bodyPr>
            <a:normAutofit/>
          </a:bodyPr>
          <a:lstStyle/>
          <a:p>
            <a:r>
              <a:rPr lang="en-US" dirty="0">
                <a:latin typeface="Helvetica Neue Light"/>
              </a:rPr>
              <a:t>Popular single-cell RNA-seq protocols</a:t>
            </a:r>
          </a:p>
        </p:txBody>
      </p:sp>
      <p:sp>
        <p:nvSpPr>
          <p:cNvPr id="4" name="TextBox 3">
            <a:extLst>
              <a:ext uri="{FF2B5EF4-FFF2-40B4-BE49-F238E27FC236}">
                <a16:creationId xmlns:a16="http://schemas.microsoft.com/office/drawing/2014/main" id="{DD133756-CC33-621C-E5B5-879E0D2AC173}"/>
              </a:ext>
            </a:extLst>
          </p:cNvPr>
          <p:cNvSpPr txBox="1"/>
          <p:nvPr/>
        </p:nvSpPr>
        <p:spPr>
          <a:xfrm>
            <a:off x="402610" y="6557491"/>
            <a:ext cx="8338781" cy="22570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pPr algn="ctr"/>
            <a:r>
              <a:rPr lang="en-US" sz="800" dirty="0">
                <a:ea typeface="+mn-lt"/>
                <a:cs typeface="+mn-lt"/>
              </a:rPr>
              <a:t>Nucleic Acids Research, 2025, 53, gkae1186, </a:t>
            </a:r>
            <a:r>
              <a:rPr lang="en-US" sz="800" dirty="0">
                <a:ea typeface="+mn-lt"/>
                <a:cs typeface="+mn-lt"/>
                <a:hlinkClick r:id="rId2"/>
              </a:rPr>
              <a:t>https://doi.org/10.1093/nar/gkae1186</a:t>
            </a:r>
            <a:r>
              <a:rPr lang="en-US" sz="800" dirty="0">
                <a:ea typeface="+mn-lt"/>
                <a:cs typeface="+mn-lt"/>
              </a:rPr>
              <a:t>, Advance access publication date: 16 December 2024</a:t>
            </a:r>
            <a:endParaRPr lang="en-US" dirty="0"/>
          </a:p>
        </p:txBody>
      </p:sp>
      <p:pic>
        <p:nvPicPr>
          <p:cNvPr id="3" name="Picture 2" descr="A table with numbers and colors&#10;&#10;AI-generated content may be incorrect.">
            <a:extLst>
              <a:ext uri="{FF2B5EF4-FFF2-40B4-BE49-F238E27FC236}">
                <a16:creationId xmlns:a16="http://schemas.microsoft.com/office/drawing/2014/main" id="{592F9451-1901-9B54-9A7E-64783EBB28E5}"/>
              </a:ext>
            </a:extLst>
          </p:cNvPr>
          <p:cNvPicPr>
            <a:picLocks noChangeAspect="1"/>
          </p:cNvPicPr>
          <p:nvPr/>
        </p:nvPicPr>
        <p:blipFill>
          <a:blip r:embed="rId3"/>
          <a:stretch>
            <a:fillRect/>
          </a:stretch>
        </p:blipFill>
        <p:spPr>
          <a:xfrm>
            <a:off x="462964" y="1547222"/>
            <a:ext cx="8208468" cy="2466876"/>
          </a:xfrm>
          <a:prstGeom prst="rect">
            <a:avLst/>
          </a:prstGeom>
        </p:spPr>
      </p:pic>
      <p:pic>
        <p:nvPicPr>
          <p:cNvPr id="5" name="Picture 4" descr="A comparison of different colored boxes&#10;&#10;AI-generated content may be incorrect.">
            <a:extLst>
              <a:ext uri="{FF2B5EF4-FFF2-40B4-BE49-F238E27FC236}">
                <a16:creationId xmlns:a16="http://schemas.microsoft.com/office/drawing/2014/main" id="{668F1F16-3FB1-E5CF-0561-CCB333635094}"/>
              </a:ext>
            </a:extLst>
          </p:cNvPr>
          <p:cNvPicPr>
            <a:picLocks noChangeAspect="1"/>
          </p:cNvPicPr>
          <p:nvPr/>
        </p:nvPicPr>
        <p:blipFill>
          <a:blip r:embed="rId4"/>
          <a:stretch>
            <a:fillRect/>
          </a:stretch>
        </p:blipFill>
        <p:spPr>
          <a:xfrm>
            <a:off x="405333" y="4024416"/>
            <a:ext cx="8333333" cy="2295797"/>
          </a:xfrm>
          <a:prstGeom prst="rect">
            <a:avLst/>
          </a:prstGeom>
        </p:spPr>
      </p:pic>
    </p:spTree>
    <p:extLst>
      <p:ext uri="{BB962C8B-B14F-4D97-AF65-F5344CB8AC3E}">
        <p14:creationId xmlns:p14="http://schemas.microsoft.com/office/powerpoint/2010/main" val="4041507828"/>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1D1B1-A9E9-6E90-93DD-32227D086C02}"/>
              </a:ext>
            </a:extLst>
          </p:cNvPr>
          <p:cNvSpPr>
            <a:spLocks noGrp="1"/>
          </p:cNvSpPr>
          <p:nvPr>
            <p:ph type="title"/>
          </p:nvPr>
        </p:nvSpPr>
        <p:spPr/>
        <p:txBody>
          <a:bodyPr/>
          <a:lstStyle/>
          <a:p>
            <a:r>
              <a:rPr lang="en-US"/>
              <a:t>2026 Evaluation of scRNA-seq platforms</a:t>
            </a:r>
          </a:p>
        </p:txBody>
      </p:sp>
      <p:pic>
        <p:nvPicPr>
          <p:cNvPr id="4" name="Picture 3">
            <a:extLst>
              <a:ext uri="{FF2B5EF4-FFF2-40B4-BE49-F238E27FC236}">
                <a16:creationId xmlns:a16="http://schemas.microsoft.com/office/drawing/2014/main" id="{2D4325E4-3497-08DC-D1AB-7EB7DE315EB5}"/>
              </a:ext>
            </a:extLst>
          </p:cNvPr>
          <p:cNvPicPr>
            <a:picLocks noChangeAspect="1"/>
          </p:cNvPicPr>
          <p:nvPr/>
        </p:nvPicPr>
        <p:blipFill>
          <a:blip r:embed="rId2"/>
          <a:srcRect l="48" t="1395" r="-48" b="-233"/>
          <a:stretch>
            <a:fillRect/>
          </a:stretch>
        </p:blipFill>
        <p:spPr>
          <a:xfrm>
            <a:off x="401904" y="1922651"/>
            <a:ext cx="8348142" cy="3605285"/>
          </a:xfrm>
          <a:prstGeom prst="rect">
            <a:avLst/>
          </a:prstGeom>
        </p:spPr>
      </p:pic>
      <p:sp>
        <p:nvSpPr>
          <p:cNvPr id="5" name="TextBox 4">
            <a:extLst>
              <a:ext uri="{FF2B5EF4-FFF2-40B4-BE49-F238E27FC236}">
                <a16:creationId xmlns:a16="http://schemas.microsoft.com/office/drawing/2014/main" id="{B3EB6E6A-7CE0-6338-8439-262FDFB821F7}"/>
              </a:ext>
            </a:extLst>
          </p:cNvPr>
          <p:cNvSpPr txBox="1"/>
          <p:nvPr/>
        </p:nvSpPr>
        <p:spPr>
          <a:xfrm>
            <a:off x="508001" y="6182571"/>
            <a:ext cx="8348132" cy="65659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r>
              <a:rPr lang="en-US" sz="1200"/>
              <a:t>Elz et al., Evaluating the practical aspects and performance of commercial </a:t>
            </a:r>
            <a:r>
              <a:rPr lang="en-US" sz="1200" dirty="0"/>
              <a:t>single-cell RNA sequencing technologies, </a:t>
            </a:r>
            <a:r>
              <a:rPr lang="en-US" sz="1200" i="1" dirty="0"/>
              <a:t>NAR Genomics and Bioinformatics</a:t>
            </a:r>
            <a:r>
              <a:rPr lang="en-US" sz="1200" dirty="0"/>
              <a:t>, Volume 8, Issue 1, March 2026, lqaf215, </a:t>
            </a:r>
            <a:r>
              <a:rPr lang="en-US" sz="1200" dirty="0">
                <a:hlinkClick r:id="rId3"/>
              </a:rPr>
              <a:t>https://doi.org/10.1093/nargab/lqaf215</a:t>
            </a:r>
            <a:endParaRPr lang="en-US" sz="1200" dirty="0"/>
          </a:p>
          <a:p>
            <a:pPr marL="0" marR="0" indent="0" algn="l" defTabSz="457200" rtl="0" fontAlgn="auto" latinLnBrk="0" hangingPunct="0">
              <a:lnSpc>
                <a:spcPct val="10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Helvetica"/>
              <a:ea typeface="Helvetica"/>
              <a:cs typeface="Helvetica"/>
              <a:sym typeface="Helvetica"/>
            </a:endParaRPr>
          </a:p>
        </p:txBody>
      </p:sp>
    </p:spTree>
    <p:extLst>
      <p:ext uri="{BB962C8B-B14F-4D97-AF65-F5344CB8AC3E}">
        <p14:creationId xmlns:p14="http://schemas.microsoft.com/office/powerpoint/2010/main" val="2283937063"/>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Physical separation of cells in wells"/>
          <p:cNvSpPr txBox="1">
            <a:spLocks noGrp="1"/>
          </p:cNvSpPr>
          <p:nvPr>
            <p:ph type="title"/>
          </p:nvPr>
        </p:nvSpPr>
        <p:spPr>
          <a:prstGeom prst="rect">
            <a:avLst/>
          </a:prstGeom>
        </p:spPr>
        <p:txBody>
          <a:bodyPr>
            <a:normAutofit/>
          </a:bodyPr>
          <a:lstStyle/>
          <a:p>
            <a:r>
              <a:rPr lang="en-US" dirty="0"/>
              <a:t>Full length transcripts: SMART-seq2</a:t>
            </a:r>
          </a:p>
        </p:txBody>
      </p:sp>
      <p:sp>
        <p:nvSpPr>
          <p:cNvPr id="395" name="Papalexi and Satija, 2017"/>
          <p:cNvSpPr txBox="1"/>
          <p:nvPr/>
        </p:nvSpPr>
        <p:spPr>
          <a:xfrm>
            <a:off x="5037294" y="6614665"/>
            <a:ext cx="3292569" cy="241413"/>
          </a:xfrm>
          <a:prstGeom prst="rect">
            <a:avLst/>
          </a:prstGeom>
          <a:ln w="12700">
            <a:miter lim="400000"/>
          </a:ln>
          <a:extLst>
            <a:ext uri="{C572A759-6A51-4108-AA02-DFA0A04FC94B}">
              <ma14:wrappingTextBoxFlag xmlns="" xmlns:ma14="http://schemas.microsoft.com/office/mac/drawingml/2011/main" val="1"/>
            </a:ext>
          </a:extLst>
        </p:spPr>
        <p:txBody>
          <a:bodyPr wrap="none" lIns="35719" tIns="35719" rIns="35719" bIns="35719" anchor="ctr">
            <a:spAutoFit/>
          </a:bodyPr>
          <a:lstStyle>
            <a:lvl1pPr>
              <a:defRPr sz="1800"/>
            </a:lvl1pPr>
          </a:lstStyle>
          <a:p>
            <a:r>
              <a:rPr sz="1100" dirty="0">
                <a:solidFill>
                  <a:schemeClr val="tx1"/>
                </a:solidFill>
                <a:hlinkClick r:id="rId2"/>
              </a:rPr>
              <a:t>Papalexi and Satija, 2017</a:t>
            </a:r>
            <a:r>
              <a:rPr lang="en-US" sz="1100" dirty="0">
                <a:solidFill>
                  <a:schemeClr val="tx1"/>
                </a:solidFill>
                <a:hlinkClick r:id="rId2"/>
              </a:rPr>
              <a:t>. DOI:10.1038/nri.2017.76</a:t>
            </a:r>
            <a:endParaRPr sz="1100" dirty="0">
              <a:solidFill>
                <a:schemeClr val="tx1"/>
              </a:solidFill>
            </a:endParaRPr>
          </a:p>
        </p:txBody>
      </p:sp>
      <p:grpSp>
        <p:nvGrpSpPr>
          <p:cNvPr id="3" name="Group 2">
            <a:extLst>
              <a:ext uri="{FF2B5EF4-FFF2-40B4-BE49-F238E27FC236}">
                <a16:creationId xmlns:a16="http://schemas.microsoft.com/office/drawing/2014/main" id="{7146E1CA-DA59-A7D9-DDC9-C23012892D2E}"/>
              </a:ext>
            </a:extLst>
          </p:cNvPr>
          <p:cNvGrpSpPr/>
          <p:nvPr/>
        </p:nvGrpSpPr>
        <p:grpSpPr>
          <a:xfrm>
            <a:off x="131679" y="1447195"/>
            <a:ext cx="5103175" cy="4661298"/>
            <a:chOff x="1291739" y="1447195"/>
            <a:chExt cx="5103175" cy="4661298"/>
          </a:xfrm>
        </p:grpSpPr>
        <p:pic>
          <p:nvPicPr>
            <p:cNvPr id="393" name="Image" descr="Image"/>
            <p:cNvPicPr>
              <a:picLocks noChangeAspect="1"/>
            </p:cNvPicPr>
            <p:nvPr/>
          </p:nvPicPr>
          <p:blipFill>
            <a:blip r:embed="rId3"/>
            <a:stretch>
              <a:fillRect/>
            </a:stretch>
          </p:blipFill>
          <p:spPr>
            <a:xfrm>
              <a:off x="3340960" y="1447195"/>
              <a:ext cx="3053954" cy="4661298"/>
            </a:xfrm>
            <a:prstGeom prst="rect">
              <a:avLst/>
            </a:prstGeom>
            <a:ln w="12700">
              <a:miter lim="400000"/>
            </a:ln>
          </p:spPr>
        </p:pic>
        <p:grpSp>
          <p:nvGrpSpPr>
            <p:cNvPr id="2" name="Group 1">
              <a:extLst>
                <a:ext uri="{FF2B5EF4-FFF2-40B4-BE49-F238E27FC236}">
                  <a16:creationId xmlns:a16="http://schemas.microsoft.com/office/drawing/2014/main" id="{BC48CC2F-6E64-4B68-A2A3-3B035073A1E7}"/>
                </a:ext>
              </a:extLst>
            </p:cNvPr>
            <p:cNvGrpSpPr/>
            <p:nvPr/>
          </p:nvGrpSpPr>
          <p:grpSpPr>
            <a:xfrm>
              <a:off x="1291739" y="2809601"/>
              <a:ext cx="1827237" cy="2214563"/>
              <a:chOff x="1837139" y="3995877"/>
              <a:chExt cx="2598737" cy="3149601"/>
            </a:xfrm>
          </p:grpSpPr>
          <p:pic>
            <p:nvPicPr>
              <p:cNvPr id="396" name="Image" descr="Image"/>
              <p:cNvPicPr>
                <a:picLocks noChangeAspect="1"/>
              </p:cNvPicPr>
              <p:nvPr/>
            </p:nvPicPr>
            <p:blipFill rotWithShape="1">
              <a:blip r:embed="rId4"/>
              <a:srcRect r="12174"/>
              <a:stretch/>
            </p:blipFill>
            <p:spPr>
              <a:xfrm>
                <a:off x="2595476" y="3995877"/>
                <a:ext cx="1840400" cy="3149601"/>
              </a:xfrm>
              <a:prstGeom prst="rect">
                <a:avLst/>
              </a:prstGeom>
              <a:ln w="12700">
                <a:miter lim="400000"/>
              </a:ln>
            </p:spPr>
          </p:pic>
          <p:sp>
            <p:nvSpPr>
              <p:cNvPr id="397" name="Rectangle"/>
              <p:cNvSpPr/>
              <p:nvPr/>
            </p:nvSpPr>
            <p:spPr>
              <a:xfrm>
                <a:off x="1837139" y="5505390"/>
                <a:ext cx="1270001" cy="1640088"/>
              </a:xfrm>
              <a:prstGeom prst="rect">
                <a:avLst/>
              </a:prstGeom>
              <a:solidFill>
                <a:srgbClr val="FFFFFF"/>
              </a:solidFill>
              <a:ln w="12700">
                <a:miter lim="400000"/>
              </a:ln>
            </p:spPr>
            <p:txBody>
              <a:bodyPr lIns="35719" tIns="35719" rIns="35719" bIns="35719" anchor="ctr"/>
              <a:lstStyle/>
              <a:p>
                <a:pPr algn="ctr" defTabSz="410751">
                  <a:defRPr sz="3600">
                    <a:latin typeface="+mn-lt"/>
                    <a:ea typeface="+mn-ea"/>
                    <a:cs typeface="+mn-cs"/>
                    <a:sym typeface="Helvetica Neue Light"/>
                  </a:defRPr>
                </a:pPr>
                <a:endParaRPr/>
              </a:p>
            </p:txBody>
          </p:sp>
        </p:grpSp>
        <p:sp>
          <p:nvSpPr>
            <p:cNvPr id="398" name="Rectangle"/>
            <p:cNvSpPr/>
            <p:nvPr/>
          </p:nvSpPr>
          <p:spPr>
            <a:xfrm>
              <a:off x="2205281" y="4835216"/>
              <a:ext cx="892969" cy="1153187"/>
            </a:xfrm>
            <a:prstGeom prst="rect">
              <a:avLst/>
            </a:prstGeom>
            <a:solidFill>
              <a:srgbClr val="FFFFFF"/>
            </a:solidFill>
            <a:ln w="12700">
              <a:miter lim="400000"/>
            </a:ln>
          </p:spPr>
          <p:txBody>
            <a:bodyPr lIns="35719" tIns="35719" rIns="35719" bIns="35719" anchor="ctr"/>
            <a:lstStyle/>
            <a:p>
              <a:pPr algn="ctr" defTabSz="410751">
                <a:defRPr sz="3600">
                  <a:latin typeface="+mn-lt"/>
                  <a:ea typeface="+mn-ea"/>
                  <a:cs typeface="+mn-cs"/>
                  <a:sym typeface="Helvetica Neue Light"/>
                </a:defRPr>
              </a:pPr>
              <a:endParaRPr/>
            </a:p>
          </p:txBody>
        </p:sp>
      </p:grpSp>
      <p:sp>
        <p:nvSpPr>
          <p:cNvPr id="4" name="TextBox 3">
            <a:extLst>
              <a:ext uri="{FF2B5EF4-FFF2-40B4-BE49-F238E27FC236}">
                <a16:creationId xmlns:a16="http://schemas.microsoft.com/office/drawing/2014/main" id="{67E45B97-197C-D24B-C7A5-670DF7D44D58}"/>
              </a:ext>
            </a:extLst>
          </p:cNvPr>
          <p:cNvSpPr txBox="1"/>
          <p:nvPr/>
        </p:nvSpPr>
        <p:spPr>
          <a:xfrm>
            <a:off x="5288508" y="2245834"/>
            <a:ext cx="3454588" cy="305724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pPr marL="171450" indent="-171450" hangingPunct="0">
              <a:buFont typeface="Arial"/>
              <a:buChar char="•"/>
            </a:pPr>
            <a:r>
              <a:rPr lang="en-US" dirty="0">
                <a:solidFill>
                  <a:srgbClr val="000000"/>
                </a:solidFill>
                <a:latin typeface="Helvetica"/>
                <a:ea typeface="Helvetica"/>
                <a:cs typeface="Helvetica"/>
              </a:rPr>
              <a:t>Allows for either sorting of cells into individual wells or separating cells based on size on a microfluidic chip (Fluidigm)</a:t>
            </a:r>
          </a:p>
          <a:p>
            <a:pPr marL="171450" indent="-171450">
              <a:buFont typeface="Arial"/>
              <a:buChar char="•"/>
            </a:pPr>
            <a:endParaRPr lang="en-US" dirty="0">
              <a:solidFill>
                <a:srgbClr val="000000"/>
              </a:solidFill>
              <a:latin typeface="Helvetica"/>
              <a:ea typeface="Helvetica"/>
              <a:cs typeface="Helvetica"/>
            </a:endParaRPr>
          </a:p>
          <a:p>
            <a:pPr marL="171450" indent="-171450">
              <a:buFont typeface="Arial"/>
              <a:buChar char="•"/>
            </a:pPr>
            <a:r>
              <a:rPr lang="en-US" dirty="0">
                <a:solidFill>
                  <a:srgbClr val="000000"/>
                </a:solidFill>
                <a:latin typeface="Helvetica"/>
                <a:ea typeface="Helvetica"/>
                <a:cs typeface="Helvetica"/>
              </a:rPr>
              <a:t>Gives full transcript information</a:t>
            </a:r>
          </a:p>
          <a:p>
            <a:pPr marL="171450" indent="-171450">
              <a:buFont typeface="Arial"/>
              <a:buChar char="•"/>
            </a:pPr>
            <a:endParaRPr lang="en-US" dirty="0">
              <a:solidFill>
                <a:srgbClr val="000000"/>
              </a:solidFill>
              <a:latin typeface="Helvetica"/>
              <a:ea typeface="Helvetica"/>
              <a:cs typeface="Helvetica"/>
            </a:endParaRPr>
          </a:p>
          <a:p>
            <a:pPr marL="171450" indent="-171450">
              <a:buFont typeface="Arial"/>
              <a:buChar char="•"/>
            </a:pPr>
            <a:r>
              <a:rPr lang="en-US" dirty="0">
                <a:solidFill>
                  <a:srgbClr val="000000"/>
                </a:solidFill>
                <a:latin typeface="Helvetica"/>
                <a:ea typeface="Helvetica"/>
                <a:cs typeface="Helvetica"/>
              </a:rPr>
              <a:t>Ideal for low cell numbers (100's – 1,000's)</a:t>
            </a:r>
          </a:p>
          <a:p>
            <a:pPr marL="171450" indent="-171450">
              <a:buFont typeface="Arial"/>
              <a:buChar char="•"/>
            </a:pPr>
            <a:endParaRPr lang="en-US" sz="1200" dirty="0">
              <a:solidFill>
                <a:srgbClr val="000000"/>
              </a:solidFill>
              <a:latin typeface="Helvetica"/>
              <a:ea typeface="Helvetica"/>
              <a:cs typeface="Helvetica"/>
            </a:endParaRPr>
          </a:p>
        </p:txBody>
      </p:sp>
    </p:spTree>
    <p:extLst>
      <p:ext uri="{BB962C8B-B14F-4D97-AF65-F5344CB8AC3E}">
        <p14:creationId xmlns:p14="http://schemas.microsoft.com/office/powerpoint/2010/main" val="3816115394"/>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 name="Library preparation for SMART-Seq2"/>
          <p:cNvSpPr txBox="1">
            <a:spLocks noGrp="1"/>
          </p:cNvSpPr>
          <p:nvPr>
            <p:ph type="title"/>
          </p:nvPr>
        </p:nvSpPr>
        <p:spPr>
          <a:prstGeom prst="rect">
            <a:avLst/>
          </a:prstGeom>
        </p:spPr>
        <p:txBody>
          <a:bodyPr/>
          <a:lstStyle/>
          <a:p>
            <a:r>
              <a:rPr lang="en-US" dirty="0"/>
              <a:t>Example: l</a:t>
            </a:r>
            <a:r>
              <a:rPr dirty="0"/>
              <a:t>ibrary preparation for SMART-Seq2</a:t>
            </a:r>
          </a:p>
        </p:txBody>
      </p:sp>
      <p:sp>
        <p:nvSpPr>
          <p:cNvPr id="401" name="Picelli et al., 2014"/>
          <p:cNvSpPr txBox="1"/>
          <p:nvPr/>
        </p:nvSpPr>
        <p:spPr>
          <a:xfrm>
            <a:off x="5825453" y="6580546"/>
            <a:ext cx="2797241" cy="241413"/>
          </a:xfrm>
          <a:prstGeom prst="rect">
            <a:avLst/>
          </a:prstGeom>
          <a:ln w="12700">
            <a:miter lim="400000"/>
          </a:ln>
          <a:extLst>
            <a:ext uri="{C572A759-6A51-4108-AA02-DFA0A04FC94B}">
              <ma14:wrappingTextBoxFlag xmlns="" xmlns:ma14="http://schemas.microsoft.com/office/mac/drawingml/2011/main" val="1"/>
            </a:ext>
          </a:extLst>
        </p:spPr>
        <p:txBody>
          <a:bodyPr wrap="none" lIns="35719" tIns="35719" rIns="35719" bIns="35719" anchor="ctr">
            <a:spAutoFit/>
          </a:bodyPr>
          <a:lstStyle>
            <a:lvl1pPr>
              <a:defRPr sz="1800"/>
            </a:lvl1pPr>
          </a:lstStyle>
          <a:p>
            <a:r>
              <a:rPr sz="1100" dirty="0" err="1">
                <a:hlinkClick r:id="rId2"/>
              </a:rPr>
              <a:t>Picelli</a:t>
            </a:r>
            <a:r>
              <a:rPr sz="1100" dirty="0">
                <a:hlinkClick r:id="rId2"/>
              </a:rPr>
              <a:t> et al., 2014</a:t>
            </a:r>
            <a:r>
              <a:rPr lang="en-US" sz="1100" dirty="0">
                <a:hlinkClick r:id="rId2"/>
              </a:rPr>
              <a:t>. DOI:10.1038/nri.2017.76</a:t>
            </a:r>
            <a:endParaRPr sz="1100" dirty="0"/>
          </a:p>
        </p:txBody>
      </p:sp>
      <p:pic>
        <p:nvPicPr>
          <p:cNvPr id="403" name="Image" descr="Image"/>
          <p:cNvPicPr>
            <a:picLocks noChangeAspect="1"/>
          </p:cNvPicPr>
          <p:nvPr/>
        </p:nvPicPr>
        <p:blipFill>
          <a:blip r:embed="rId3"/>
          <a:stretch>
            <a:fillRect/>
          </a:stretch>
        </p:blipFill>
        <p:spPr>
          <a:xfrm>
            <a:off x="3701469" y="3587869"/>
            <a:ext cx="4776820" cy="330753"/>
          </a:xfrm>
          <a:prstGeom prst="rect">
            <a:avLst/>
          </a:prstGeom>
          <a:ln w="12700">
            <a:miter lim="400000"/>
          </a:ln>
        </p:spPr>
      </p:pic>
      <p:pic>
        <p:nvPicPr>
          <p:cNvPr id="404" name="Image" descr="Image"/>
          <p:cNvPicPr>
            <a:picLocks noChangeAspect="1"/>
          </p:cNvPicPr>
          <p:nvPr/>
        </p:nvPicPr>
        <p:blipFill>
          <a:blip r:embed="rId4"/>
          <a:stretch>
            <a:fillRect/>
          </a:stretch>
        </p:blipFill>
        <p:spPr>
          <a:xfrm>
            <a:off x="3688215" y="1672472"/>
            <a:ext cx="5105821" cy="743896"/>
          </a:xfrm>
          <a:prstGeom prst="rect">
            <a:avLst/>
          </a:prstGeom>
          <a:ln w="12700">
            <a:miter lim="400000"/>
          </a:ln>
        </p:spPr>
      </p:pic>
      <p:pic>
        <p:nvPicPr>
          <p:cNvPr id="405" name="Image" descr="Image"/>
          <p:cNvPicPr>
            <a:picLocks noChangeAspect="1"/>
          </p:cNvPicPr>
          <p:nvPr/>
        </p:nvPicPr>
        <p:blipFill>
          <a:blip r:embed="rId5"/>
          <a:stretch>
            <a:fillRect/>
          </a:stretch>
        </p:blipFill>
        <p:spPr>
          <a:xfrm>
            <a:off x="3688215" y="2740905"/>
            <a:ext cx="5065912" cy="266997"/>
          </a:xfrm>
          <a:prstGeom prst="rect">
            <a:avLst/>
          </a:prstGeom>
          <a:ln w="12700">
            <a:miter lim="400000"/>
          </a:ln>
        </p:spPr>
      </p:pic>
      <p:pic>
        <p:nvPicPr>
          <p:cNvPr id="406" name="Image" descr="Image"/>
          <p:cNvPicPr>
            <a:picLocks noChangeAspect="1"/>
          </p:cNvPicPr>
          <p:nvPr/>
        </p:nvPicPr>
        <p:blipFill>
          <a:blip r:embed="rId6"/>
          <a:stretch>
            <a:fillRect/>
          </a:stretch>
        </p:blipFill>
        <p:spPr>
          <a:xfrm>
            <a:off x="3701469" y="4487524"/>
            <a:ext cx="4957584" cy="460395"/>
          </a:xfrm>
          <a:prstGeom prst="rect">
            <a:avLst/>
          </a:prstGeom>
          <a:ln w="12700">
            <a:miter lim="400000"/>
          </a:ln>
        </p:spPr>
      </p:pic>
      <p:sp>
        <p:nvSpPr>
          <p:cNvPr id="407" name="40+ step protocol; 2 days of work"/>
          <p:cNvSpPr txBox="1"/>
          <p:nvPr/>
        </p:nvSpPr>
        <p:spPr>
          <a:xfrm>
            <a:off x="6202039" y="5922237"/>
            <a:ext cx="72200" cy="287579"/>
          </a:xfrm>
          <a:prstGeom prst="rect">
            <a:avLst/>
          </a:prstGeom>
          <a:ln w="12700">
            <a:miter lim="400000"/>
          </a:ln>
          <a:extLst>
            <a:ext uri="{C572A759-6A51-4108-AA02-DFA0A04FC94B}">
              <ma14:wrappingTextBoxFlag xmlns="" xmlns:ma14="http://schemas.microsoft.com/office/mac/drawingml/2011/main" val="1"/>
            </a:ext>
          </a:extLst>
        </p:spPr>
        <p:txBody>
          <a:bodyPr wrap="none" lIns="35719" tIns="35719" rIns="35719" bIns="35719" anchor="ctr">
            <a:spAutoFit/>
          </a:bodyPr>
          <a:lstStyle>
            <a:lvl1pPr>
              <a:defRPr sz="1500"/>
            </a:lvl1pPr>
          </a:lstStyle>
          <a:p>
            <a:pPr algn="ctr"/>
            <a:endParaRPr sz="1400" dirty="0"/>
          </a:p>
        </p:txBody>
      </p:sp>
      <p:pic>
        <p:nvPicPr>
          <p:cNvPr id="2" name="Picture 1">
            <a:extLst>
              <a:ext uri="{FF2B5EF4-FFF2-40B4-BE49-F238E27FC236}">
                <a16:creationId xmlns:a16="http://schemas.microsoft.com/office/drawing/2014/main" id="{5E4E2019-22EA-49DD-BE26-D82794B09CA4}"/>
              </a:ext>
            </a:extLst>
          </p:cNvPr>
          <p:cNvPicPr>
            <a:picLocks noChangeAspect="1"/>
          </p:cNvPicPr>
          <p:nvPr/>
        </p:nvPicPr>
        <p:blipFill>
          <a:blip r:embed="rId7"/>
          <a:stretch>
            <a:fillRect/>
          </a:stretch>
        </p:blipFill>
        <p:spPr>
          <a:xfrm>
            <a:off x="308429" y="1431485"/>
            <a:ext cx="3326710" cy="5282080"/>
          </a:xfrm>
          <a:prstGeom prst="rect">
            <a:avLst/>
          </a:prstGeom>
        </p:spPr>
      </p:pic>
    </p:spTree>
    <p:extLst>
      <p:ext uri="{BB962C8B-B14F-4D97-AF65-F5344CB8AC3E}">
        <p14:creationId xmlns:p14="http://schemas.microsoft.com/office/powerpoint/2010/main" val="2723321164"/>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8" name="Beads, Cells and Droplets"/>
          <p:cNvSpPr txBox="1">
            <a:spLocks noGrp="1"/>
          </p:cNvSpPr>
          <p:nvPr>
            <p:ph type="title"/>
          </p:nvPr>
        </p:nvSpPr>
        <p:spPr>
          <a:xfrm>
            <a:off x="401836" y="376248"/>
            <a:ext cx="8340328" cy="982266"/>
          </a:xfrm>
          <a:prstGeom prst="rect">
            <a:avLst/>
          </a:prstGeom>
        </p:spPr>
        <p:txBody>
          <a:bodyPr>
            <a:normAutofit fontScale="90000"/>
          </a:bodyPr>
          <a:lstStyle/>
          <a:p>
            <a:r>
              <a:rPr lang="en-US" dirty="0">
                <a:ea typeface="+mn-lt"/>
                <a:cs typeface="+mn-lt"/>
              </a:rPr>
              <a:t>Droplet vs. Physical</a:t>
            </a:r>
            <a:br>
              <a:rPr lang="en-US" dirty="0">
                <a:ea typeface="+mn-lt"/>
                <a:cs typeface="+mn-lt"/>
              </a:rPr>
            </a:br>
            <a:r>
              <a:rPr lang="en-US" dirty="0"/>
              <a:t>Microfluidic methods: Beads</a:t>
            </a:r>
            <a:r>
              <a:rPr dirty="0"/>
              <a:t>, Cells</a:t>
            </a:r>
            <a:r>
              <a:rPr lang="en-US" dirty="0"/>
              <a:t>,</a:t>
            </a:r>
            <a:r>
              <a:rPr dirty="0"/>
              <a:t> and Droplets</a:t>
            </a:r>
            <a:endParaRPr lang="en-US" dirty="0"/>
          </a:p>
        </p:txBody>
      </p:sp>
      <p:pic>
        <p:nvPicPr>
          <p:cNvPr id="451" name="Image" descr="Image"/>
          <p:cNvPicPr>
            <a:picLocks noChangeAspect="1"/>
          </p:cNvPicPr>
          <p:nvPr/>
        </p:nvPicPr>
        <p:blipFill>
          <a:blip r:embed="rId2"/>
          <a:srcRect/>
          <a:stretch>
            <a:fillRect/>
          </a:stretch>
        </p:blipFill>
        <p:spPr>
          <a:xfrm>
            <a:off x="718003" y="2055980"/>
            <a:ext cx="3600434" cy="3731957"/>
          </a:xfrm>
          <a:prstGeom prst="rect">
            <a:avLst/>
          </a:prstGeom>
          <a:ln w="12700">
            <a:miter lim="400000"/>
          </a:ln>
        </p:spPr>
      </p:pic>
      <p:sp>
        <p:nvSpPr>
          <p:cNvPr id="452" name="Rectangle"/>
          <p:cNvSpPr/>
          <p:nvPr/>
        </p:nvSpPr>
        <p:spPr>
          <a:xfrm>
            <a:off x="2522443" y="3998992"/>
            <a:ext cx="1220068" cy="903926"/>
          </a:xfrm>
          <a:prstGeom prst="rect">
            <a:avLst/>
          </a:prstGeom>
          <a:solidFill>
            <a:srgbClr val="FFFFFF"/>
          </a:solidFill>
          <a:ln w="12700">
            <a:miter lim="400000"/>
          </a:ln>
        </p:spPr>
        <p:txBody>
          <a:bodyPr lIns="35719" tIns="35719" rIns="35719" bIns="35719" anchor="ctr"/>
          <a:lstStyle/>
          <a:p>
            <a:pPr algn="ctr" defTabSz="410751">
              <a:defRPr sz="3600">
                <a:latin typeface="+mn-lt"/>
                <a:ea typeface="+mn-ea"/>
                <a:cs typeface="+mn-cs"/>
                <a:sym typeface="Helvetica Neue Light"/>
              </a:defRPr>
            </a:pPr>
            <a:endParaRPr/>
          </a:p>
        </p:txBody>
      </p:sp>
      <p:sp>
        <p:nvSpPr>
          <p:cNvPr id="455" name="Oval"/>
          <p:cNvSpPr/>
          <p:nvPr/>
        </p:nvSpPr>
        <p:spPr>
          <a:xfrm>
            <a:off x="2442453" y="2511998"/>
            <a:ext cx="1380048" cy="1413823"/>
          </a:xfrm>
          <a:prstGeom prst="ellipse">
            <a:avLst/>
          </a:prstGeom>
          <a:solidFill>
            <a:schemeClr val="accent1">
              <a:satOff val="-4086"/>
              <a:lumOff val="15331"/>
              <a:alpha val="36015"/>
            </a:schemeClr>
          </a:solidFill>
          <a:ln w="12700">
            <a:miter lim="400000"/>
          </a:ln>
        </p:spPr>
        <p:txBody>
          <a:bodyPr lIns="35719" tIns="35719" rIns="35719" bIns="35719" anchor="ctr"/>
          <a:lstStyle/>
          <a:p>
            <a:pPr algn="ctr" defTabSz="410751">
              <a:defRPr sz="3600">
                <a:latin typeface="+mn-lt"/>
                <a:ea typeface="+mn-ea"/>
                <a:cs typeface="+mn-cs"/>
                <a:sym typeface="Helvetica Neue Light"/>
              </a:defRPr>
            </a:pPr>
            <a:endParaRPr/>
          </a:p>
        </p:txBody>
      </p:sp>
      <p:sp>
        <p:nvSpPr>
          <p:cNvPr id="456" name="Oval"/>
          <p:cNvSpPr/>
          <p:nvPr/>
        </p:nvSpPr>
        <p:spPr>
          <a:xfrm>
            <a:off x="1355470" y="3834966"/>
            <a:ext cx="364978" cy="352112"/>
          </a:xfrm>
          <a:prstGeom prst="ellipse">
            <a:avLst/>
          </a:prstGeom>
          <a:solidFill>
            <a:schemeClr val="accent6">
              <a:hueOff val="-101408"/>
              <a:satOff val="-1395"/>
              <a:lumOff val="13614"/>
            </a:schemeClr>
          </a:solidFill>
          <a:ln w="12700">
            <a:miter lim="400000"/>
          </a:ln>
        </p:spPr>
        <p:txBody>
          <a:bodyPr lIns="35719" tIns="35719" rIns="35719" bIns="35719" anchor="ctr"/>
          <a:lstStyle/>
          <a:p>
            <a:pPr algn="ctr" defTabSz="410751">
              <a:defRPr sz="3600">
                <a:latin typeface="+mn-lt"/>
                <a:ea typeface="+mn-ea"/>
                <a:cs typeface="+mn-cs"/>
                <a:sym typeface="Helvetica Neue Light"/>
              </a:defRPr>
            </a:pPr>
            <a:endParaRPr/>
          </a:p>
        </p:txBody>
      </p:sp>
      <p:sp>
        <p:nvSpPr>
          <p:cNvPr id="12" name="Zilionis et al. 2016">
            <a:extLst>
              <a:ext uri="{FF2B5EF4-FFF2-40B4-BE49-F238E27FC236}">
                <a16:creationId xmlns:a16="http://schemas.microsoft.com/office/drawing/2014/main" id="{CDCE86F9-6F68-4B69-980D-A7C611C5AC6E}"/>
              </a:ext>
            </a:extLst>
          </p:cNvPr>
          <p:cNvSpPr txBox="1"/>
          <p:nvPr/>
        </p:nvSpPr>
        <p:spPr>
          <a:xfrm>
            <a:off x="5741205" y="6576638"/>
            <a:ext cx="2734724" cy="226024"/>
          </a:xfrm>
          <a:prstGeom prst="rect">
            <a:avLst/>
          </a:prstGeom>
          <a:ln w="12700">
            <a:miter lim="400000"/>
          </a:ln>
          <a:extLst>
            <a:ext uri="{C572A759-6A51-4108-AA02-DFA0A04FC94B}">
              <ma14:wrappingTextBoxFlag xmlns="" xmlns:ma14="http://schemas.microsoft.com/office/mac/drawingml/2011/main" val="1"/>
            </a:ext>
          </a:extLst>
        </p:spPr>
        <p:txBody>
          <a:bodyPr wrap="none" lIns="35719" tIns="35719" rIns="35719" bIns="35719" anchor="ctr">
            <a:spAutoFit/>
          </a:bodyPr>
          <a:lstStyle/>
          <a:p>
            <a:pPr>
              <a:defRPr sz="1600"/>
            </a:pPr>
            <a:r>
              <a:rPr sz="1000" dirty="0" err="1">
                <a:hlinkClick r:id="rId3"/>
              </a:rPr>
              <a:t>Zilionis</a:t>
            </a:r>
            <a:r>
              <a:rPr sz="1000" dirty="0">
                <a:hlinkClick r:id="rId3"/>
              </a:rPr>
              <a:t> et al. 2016</a:t>
            </a:r>
            <a:r>
              <a:rPr lang="en-US" sz="1000" dirty="0">
                <a:hlinkClick r:id="rId3"/>
              </a:rPr>
              <a:t>. DOI:10.1038/nprot.2016.154</a:t>
            </a:r>
            <a:endParaRPr sz="1000" dirty="0"/>
          </a:p>
        </p:txBody>
      </p:sp>
      <p:sp>
        <p:nvSpPr>
          <p:cNvPr id="2" name="TextBox 1">
            <a:extLst>
              <a:ext uri="{FF2B5EF4-FFF2-40B4-BE49-F238E27FC236}">
                <a16:creationId xmlns:a16="http://schemas.microsoft.com/office/drawing/2014/main" id="{B99794AC-DE08-94F1-5828-8990F6D81D1F}"/>
              </a:ext>
            </a:extLst>
          </p:cNvPr>
          <p:cNvSpPr txBox="1"/>
          <p:nvPr/>
        </p:nvSpPr>
        <p:spPr>
          <a:xfrm>
            <a:off x="4520821" y="2566231"/>
            <a:ext cx="4222274" cy="259558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r>
              <a:rPr lang="en-US" dirty="0">
                <a:ea typeface="+mn-lt"/>
                <a:cs typeface="+mn-lt"/>
              </a:rPr>
              <a:t>• Droplet methods give single cell information, BUT require</a:t>
            </a:r>
            <a:br>
              <a:rPr lang="en-US" dirty="0">
                <a:ea typeface="+mn-lt"/>
                <a:cs typeface="+mn-lt"/>
              </a:rPr>
            </a:br>
            <a:r>
              <a:rPr lang="en-US" dirty="0">
                <a:ea typeface="+mn-lt"/>
                <a:cs typeface="+mn-lt"/>
              </a:rPr>
              <a:t>high cell numbers to achieve best results. (&gt;10,000 cells)</a:t>
            </a:r>
            <a:br>
              <a:rPr lang="en-US" dirty="0">
                <a:ea typeface="+mn-lt"/>
                <a:cs typeface="+mn-lt"/>
              </a:rPr>
            </a:br>
            <a:r>
              <a:rPr lang="en-US" dirty="0">
                <a:ea typeface="+mn-lt"/>
                <a:cs typeface="+mn-lt"/>
              </a:rPr>
              <a:t>• Capture 50-80% of the input cells depending on the platform used.</a:t>
            </a:r>
            <a:br>
              <a:rPr lang="en-US" dirty="0">
                <a:ea typeface="+mn-lt"/>
                <a:cs typeface="+mn-lt"/>
              </a:rPr>
            </a:br>
            <a:r>
              <a:rPr lang="en-US" dirty="0">
                <a:ea typeface="+mn-lt"/>
                <a:cs typeface="+mn-lt"/>
              </a:rPr>
              <a:t>• Extreme 3’-bias in standard data.</a:t>
            </a:r>
            <a:br>
              <a:rPr lang="en-US" dirty="0">
                <a:ea typeface="+mn-lt"/>
                <a:cs typeface="+mn-lt"/>
              </a:rPr>
            </a:br>
            <a:r>
              <a:rPr lang="en-US" dirty="0">
                <a:ea typeface="+mn-lt"/>
                <a:cs typeface="+mn-lt"/>
              </a:rPr>
              <a:t>• Can not look at splicing / isoforms with standard methods.</a:t>
            </a:r>
            <a:endParaRPr lang="en-US" dirty="0"/>
          </a:p>
        </p:txBody>
      </p:sp>
    </p:spTree>
    <p:extLst>
      <p:ext uri="{BB962C8B-B14F-4D97-AF65-F5344CB8AC3E}">
        <p14:creationId xmlns:p14="http://schemas.microsoft.com/office/powerpoint/2010/main" val="2080977516"/>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CE8E8A-5BB8-401C-8C81-1BE9F2829B3E}"/>
              </a:ext>
            </a:extLst>
          </p:cNvPr>
          <p:cNvSpPr>
            <a:spLocks noGrp="1"/>
          </p:cNvSpPr>
          <p:nvPr>
            <p:ph type="title"/>
          </p:nvPr>
        </p:nvSpPr>
        <p:spPr/>
        <p:txBody>
          <a:bodyPr/>
          <a:lstStyle/>
          <a:p>
            <a:r>
              <a:rPr lang="en-US" dirty="0"/>
              <a:t>10X Genomics Overview</a:t>
            </a:r>
          </a:p>
        </p:txBody>
      </p:sp>
      <p:pic>
        <p:nvPicPr>
          <p:cNvPr id="4" name="Picture 4" descr="Diagram&#10;&#10;Description automatically generated">
            <a:extLst>
              <a:ext uri="{FF2B5EF4-FFF2-40B4-BE49-F238E27FC236}">
                <a16:creationId xmlns:a16="http://schemas.microsoft.com/office/drawing/2014/main" id="{74871210-C0CC-4DAB-A74E-49A7CF2B5A40}"/>
              </a:ext>
            </a:extLst>
          </p:cNvPr>
          <p:cNvPicPr>
            <a:picLocks noChangeAspect="1"/>
          </p:cNvPicPr>
          <p:nvPr/>
        </p:nvPicPr>
        <p:blipFill>
          <a:blip r:embed="rId2"/>
          <a:stretch>
            <a:fillRect/>
          </a:stretch>
        </p:blipFill>
        <p:spPr>
          <a:xfrm>
            <a:off x="605016" y="2387891"/>
            <a:ext cx="7762086" cy="2572074"/>
          </a:xfrm>
          <a:prstGeom prst="rect">
            <a:avLst/>
          </a:prstGeom>
        </p:spPr>
      </p:pic>
      <p:sp>
        <p:nvSpPr>
          <p:cNvPr id="5" name="Rectangle 4">
            <a:extLst>
              <a:ext uri="{FF2B5EF4-FFF2-40B4-BE49-F238E27FC236}">
                <a16:creationId xmlns:a16="http://schemas.microsoft.com/office/drawing/2014/main" id="{87F69A7E-78B3-4E39-8357-80689BF95314}"/>
              </a:ext>
            </a:extLst>
          </p:cNvPr>
          <p:cNvSpPr/>
          <p:nvPr/>
        </p:nvSpPr>
        <p:spPr>
          <a:xfrm>
            <a:off x="5189048" y="3444469"/>
            <a:ext cx="3569940" cy="1644887"/>
          </a:xfrm>
          <a:prstGeom prst="rect">
            <a:avLst/>
          </a:prstGeom>
          <a:solidFill>
            <a:schemeClr val="bg1"/>
          </a:solidFill>
          <a:ln w="12700"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US" sz="3600" b="0" i="0" u="none" strike="noStrike" cap="none" spc="0" normalizeH="0" baseline="0">
              <a:ln>
                <a:noFill/>
              </a:ln>
              <a:solidFill>
                <a:srgbClr val="000000"/>
              </a:solidFill>
              <a:effectLst/>
              <a:uFillTx/>
              <a:latin typeface="+mn-lt"/>
              <a:ea typeface="+mn-ea"/>
              <a:cs typeface="+mn-cs"/>
              <a:sym typeface="Helvetica Neue Light"/>
            </a:endParaRPr>
          </a:p>
        </p:txBody>
      </p:sp>
      <p:pic>
        <p:nvPicPr>
          <p:cNvPr id="6" name="Picture 6">
            <a:extLst>
              <a:ext uri="{FF2B5EF4-FFF2-40B4-BE49-F238E27FC236}">
                <a16:creationId xmlns:a16="http://schemas.microsoft.com/office/drawing/2014/main" id="{D443D4BD-E326-436A-B551-608F84008A8D}"/>
              </a:ext>
            </a:extLst>
          </p:cNvPr>
          <p:cNvPicPr>
            <a:picLocks noChangeAspect="1"/>
          </p:cNvPicPr>
          <p:nvPr/>
        </p:nvPicPr>
        <p:blipFill>
          <a:blip r:embed="rId3"/>
          <a:stretch>
            <a:fillRect/>
          </a:stretch>
        </p:blipFill>
        <p:spPr>
          <a:xfrm>
            <a:off x="5469212" y="3609707"/>
            <a:ext cx="2897891" cy="1675360"/>
          </a:xfrm>
          <a:prstGeom prst="rect">
            <a:avLst/>
          </a:prstGeom>
        </p:spPr>
      </p:pic>
      <p:sp>
        <p:nvSpPr>
          <p:cNvPr id="7" name="TextBox 6">
            <a:extLst>
              <a:ext uri="{FF2B5EF4-FFF2-40B4-BE49-F238E27FC236}">
                <a16:creationId xmlns:a16="http://schemas.microsoft.com/office/drawing/2014/main" id="{D9D9AB9B-F9C2-47C1-8201-16271BB15D27}"/>
              </a:ext>
            </a:extLst>
          </p:cNvPr>
          <p:cNvSpPr txBox="1"/>
          <p:nvPr/>
        </p:nvSpPr>
        <p:spPr>
          <a:xfrm>
            <a:off x="2014432" y="6404987"/>
            <a:ext cx="4694032" cy="28725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pPr algn="ctr" hangingPunct="0"/>
            <a:r>
              <a:rPr lang="en-US" sz="1200" dirty="0">
                <a:latin typeface="Helvetica Neue Light"/>
              </a:rPr>
              <a:t>Zheng </a:t>
            </a:r>
            <a:r>
              <a:rPr lang="en-US" sz="1200" i="1" dirty="0">
                <a:latin typeface="Helvetica Neue Light"/>
              </a:rPr>
              <a:t>et al</a:t>
            </a:r>
            <a:r>
              <a:rPr lang="en-US" sz="1200" dirty="0">
                <a:latin typeface="Helvetica Neue Light"/>
              </a:rPr>
              <a:t>., 2017 </a:t>
            </a:r>
            <a:r>
              <a:rPr lang="en-US" sz="1200" dirty="0">
                <a:latin typeface="Helvetica Neue Light"/>
                <a:cs typeface="Helvetica"/>
              </a:rPr>
              <a:t>Nature Communications​</a:t>
            </a:r>
            <a:endParaRPr lang="en-US" sz="1200" dirty="0"/>
          </a:p>
        </p:txBody>
      </p:sp>
    </p:spTree>
    <p:extLst>
      <p:ext uri="{BB962C8B-B14F-4D97-AF65-F5344CB8AC3E}">
        <p14:creationId xmlns:p14="http://schemas.microsoft.com/office/powerpoint/2010/main" val="1055205996"/>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Drop-</a:t>
            </a:r>
            <a:r>
              <a:rPr lang="en-US" dirty="0" err="1"/>
              <a:t>Seq</a:t>
            </a:r>
            <a:endParaRPr lang="en-US" dirty="0"/>
          </a:p>
        </p:txBody>
      </p:sp>
      <p:sp>
        <p:nvSpPr>
          <p:cNvPr id="5" name="TextBox 4"/>
          <p:cNvSpPr txBox="1"/>
          <p:nvPr/>
        </p:nvSpPr>
        <p:spPr>
          <a:xfrm>
            <a:off x="7246229" y="6525563"/>
            <a:ext cx="1580882" cy="246221"/>
          </a:xfrm>
          <a:prstGeom prst="rect">
            <a:avLst/>
          </a:prstGeom>
          <a:noFill/>
        </p:spPr>
        <p:txBody>
          <a:bodyPr wrap="none" rtlCol="0">
            <a:spAutoFit/>
          </a:bodyPr>
          <a:lstStyle/>
          <a:p>
            <a:r>
              <a:rPr lang="en-US" sz="1000" dirty="0" err="1">
                <a:latin typeface="Helvetica Neue Light"/>
                <a:cs typeface="Avenir Book"/>
              </a:rPr>
              <a:t>Macosko</a:t>
            </a:r>
            <a:r>
              <a:rPr lang="en-US" sz="1000" dirty="0">
                <a:latin typeface="Helvetica Neue Light"/>
                <a:cs typeface="Avenir Book"/>
              </a:rPr>
              <a:t> </a:t>
            </a:r>
            <a:r>
              <a:rPr lang="en-US" sz="1000" i="1" dirty="0">
                <a:latin typeface="Helvetica Neue Light"/>
                <a:cs typeface="Avenir Book"/>
              </a:rPr>
              <a:t>et al</a:t>
            </a:r>
            <a:r>
              <a:rPr lang="en-US" sz="1000" dirty="0">
                <a:latin typeface="Helvetica Neue Light"/>
                <a:cs typeface="Avenir Book"/>
              </a:rPr>
              <a:t>., 2015 Cell</a:t>
            </a:r>
          </a:p>
        </p:txBody>
      </p:sp>
      <p:pic>
        <p:nvPicPr>
          <p:cNvPr id="8" name="Picture 7" descr="Drops-SeqWell-01-01.png"/>
          <p:cNvPicPr>
            <a:picLocks noChangeAspect="1"/>
          </p:cNvPicPr>
          <p:nvPr/>
        </p:nvPicPr>
        <p:blipFill rotWithShape="1">
          <a:blip r:embed="rId4">
            <a:extLst>
              <a:ext uri="{28A0092B-C50C-407E-A947-70E740481C1C}">
                <a14:useLocalDpi xmlns:a14="http://schemas.microsoft.com/office/drawing/2010/main" val="0"/>
              </a:ext>
            </a:extLst>
          </a:blip>
          <a:srcRect t="6771" b="53369"/>
          <a:stretch/>
        </p:blipFill>
        <p:spPr>
          <a:xfrm>
            <a:off x="398660" y="2480933"/>
            <a:ext cx="8343004" cy="2019705"/>
          </a:xfrm>
          <a:prstGeom prst="rect">
            <a:avLst/>
          </a:prstGeom>
        </p:spPr>
      </p:pic>
      <p:pic>
        <p:nvPicPr>
          <p:cNvPr id="9" name="Picture 8"/>
          <p:cNvPicPr>
            <a:picLocks noChangeAspect="1"/>
          </p:cNvPicPr>
          <p:nvPr/>
        </p:nvPicPr>
        <p:blipFill>
          <a:blip r:embed="rId5"/>
          <a:stretch>
            <a:fillRect/>
          </a:stretch>
        </p:blipFill>
        <p:spPr>
          <a:xfrm>
            <a:off x="292608" y="1677972"/>
            <a:ext cx="6759005" cy="688042"/>
          </a:xfrm>
          <a:prstGeom prst="rect">
            <a:avLst/>
          </a:prstGeom>
        </p:spPr>
      </p:pic>
      <p:pic>
        <p:nvPicPr>
          <p:cNvPr id="4" name="Picture 3"/>
          <p:cNvPicPr>
            <a:picLocks noChangeAspect="1"/>
          </p:cNvPicPr>
          <p:nvPr/>
        </p:nvPicPr>
        <p:blipFill rotWithShape="1">
          <a:blip r:embed="rId6"/>
          <a:srcRect t="3571" r="44" b="595"/>
          <a:stretch/>
        </p:blipFill>
        <p:spPr>
          <a:xfrm>
            <a:off x="292608" y="4791091"/>
            <a:ext cx="8445381" cy="1467175"/>
          </a:xfrm>
          <a:prstGeom prst="rect">
            <a:avLst/>
          </a:prstGeom>
        </p:spPr>
      </p:pic>
    </p:spTree>
    <p:custDataLst>
      <p:tags r:id="rId1"/>
    </p:custDataLst>
    <p:extLst>
      <p:ext uri="{BB962C8B-B14F-4D97-AF65-F5344CB8AC3E}">
        <p14:creationId xmlns:p14="http://schemas.microsoft.com/office/powerpoint/2010/main" val="1119478929"/>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lIns="50800" tIns="50800" rIns="50800" bIns="50800" anchor="b">
            <a:noAutofit/>
          </a:bodyPr>
          <a:lstStyle/>
          <a:p>
            <a:r>
              <a:rPr lang="en-US"/>
              <a:t>3’ end Capture Beads - UMIs and Bead Barcodes</a:t>
            </a:r>
          </a:p>
        </p:txBody>
      </p:sp>
      <p:pic>
        <p:nvPicPr>
          <p:cNvPr id="7" name="Picture 6" descr="Screen Shot 2018-01-23 at 6.36.08 P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7907" y="2478192"/>
            <a:ext cx="2449163" cy="2009143"/>
          </a:xfrm>
          <a:prstGeom prst="rect">
            <a:avLst/>
          </a:prstGeom>
        </p:spPr>
      </p:pic>
      <p:pic>
        <p:nvPicPr>
          <p:cNvPr id="8" name="Picture 7" descr="Screen Shot 2018-01-23 at 6.36.20 PM.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34922" y="2478193"/>
            <a:ext cx="5137551" cy="2118742"/>
          </a:xfrm>
          <a:prstGeom prst="rect">
            <a:avLst/>
          </a:prstGeom>
        </p:spPr>
      </p:pic>
      <p:pic>
        <p:nvPicPr>
          <p:cNvPr id="9" name="Picture 8" descr="Screen Shot 2018-01-23 at 6.36.30 PM.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78503" y="4530398"/>
            <a:ext cx="2158567" cy="1903681"/>
          </a:xfrm>
          <a:prstGeom prst="rect">
            <a:avLst/>
          </a:prstGeom>
        </p:spPr>
      </p:pic>
      <p:sp>
        <p:nvSpPr>
          <p:cNvPr id="6" name="Content Placeholder 2"/>
          <p:cNvSpPr txBox="1">
            <a:spLocks/>
          </p:cNvSpPr>
          <p:nvPr/>
        </p:nvSpPr>
        <p:spPr>
          <a:xfrm>
            <a:off x="3538953" y="4816391"/>
            <a:ext cx="5257575" cy="1348149"/>
          </a:xfrm>
          <a:prstGeom prst="rect">
            <a:avLst/>
          </a:prstGeom>
        </p:spPr>
        <p:txBody>
          <a:bodyPr anchor="t">
            <a:normAutofit/>
          </a:bodyPr>
          <a:lstStyle>
            <a:lvl1pPr marL="342900" indent="-342900" algn="l" defTabSz="457200" rtl="0" eaLnBrk="1" latinLnBrk="0" hangingPunct="1">
              <a:spcBef>
                <a:spcPct val="20000"/>
              </a:spcBef>
              <a:buFont typeface="Arial"/>
              <a:buChar char="•"/>
              <a:defRPr sz="3200" kern="1200">
                <a:solidFill>
                  <a:schemeClr val="tx1"/>
                </a:solidFill>
                <a:latin typeface="Avenir Book"/>
                <a:ea typeface="+mn-ea"/>
                <a:cs typeface="Avenir Book"/>
              </a:defRPr>
            </a:lvl1pPr>
            <a:lvl2pPr marL="742950" indent="-285750" algn="l" defTabSz="457200" rtl="0" eaLnBrk="1" latinLnBrk="0" hangingPunct="1">
              <a:spcBef>
                <a:spcPct val="20000"/>
              </a:spcBef>
              <a:buFont typeface="Arial"/>
              <a:buChar char="–"/>
              <a:defRPr sz="2800" kern="1200">
                <a:solidFill>
                  <a:schemeClr val="tx1"/>
                </a:solidFill>
                <a:latin typeface="Avenir Book"/>
                <a:ea typeface="+mn-ea"/>
                <a:cs typeface="Avenir Book"/>
              </a:defRPr>
            </a:lvl2pPr>
            <a:lvl3pPr marL="1143000" indent="-228600" algn="l" defTabSz="457200" rtl="0" eaLnBrk="1" latinLnBrk="0" hangingPunct="1">
              <a:spcBef>
                <a:spcPct val="20000"/>
              </a:spcBef>
              <a:buFont typeface="Arial"/>
              <a:buChar char="•"/>
              <a:defRPr sz="2400" kern="1200">
                <a:solidFill>
                  <a:schemeClr val="tx1"/>
                </a:solidFill>
                <a:latin typeface="Avenir Book"/>
                <a:ea typeface="+mn-ea"/>
                <a:cs typeface="Avenir Book"/>
              </a:defRPr>
            </a:lvl3pPr>
            <a:lvl4pPr marL="1600200" indent="-228600" algn="l" defTabSz="457200" rtl="0" eaLnBrk="1" latinLnBrk="0" hangingPunct="1">
              <a:spcBef>
                <a:spcPct val="20000"/>
              </a:spcBef>
              <a:buFont typeface="Arial"/>
              <a:buChar char="–"/>
              <a:defRPr sz="2000" kern="1200">
                <a:solidFill>
                  <a:schemeClr val="tx1"/>
                </a:solidFill>
                <a:latin typeface="Avenir Book"/>
                <a:ea typeface="+mn-ea"/>
                <a:cs typeface="Avenir Book"/>
              </a:defRPr>
            </a:lvl4pPr>
            <a:lvl5pPr marL="2057400" indent="-228600" algn="l" defTabSz="457200" rtl="0" eaLnBrk="1" latinLnBrk="0" hangingPunct="1">
              <a:spcBef>
                <a:spcPct val="20000"/>
              </a:spcBef>
              <a:buFont typeface="Arial"/>
              <a:buChar char="»"/>
              <a:defRPr sz="2000" kern="1200">
                <a:solidFill>
                  <a:schemeClr val="tx1"/>
                </a:solidFill>
                <a:latin typeface="Avenir Book"/>
                <a:ea typeface="+mn-ea"/>
                <a:cs typeface="Avenir Book"/>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lvl="1"/>
            <a:r>
              <a:rPr lang="en-US" sz="2000" dirty="0"/>
              <a:t>4</a:t>
            </a:r>
            <a:r>
              <a:rPr lang="en-US" sz="2000" baseline="30000" dirty="0"/>
              <a:t>12</a:t>
            </a:r>
            <a:r>
              <a:rPr lang="en-US" sz="2000" dirty="0"/>
              <a:t> = 16,777,216 barcodes</a:t>
            </a:r>
          </a:p>
          <a:p>
            <a:pPr lvl="1"/>
            <a:r>
              <a:rPr lang="en-US" sz="2000" dirty="0"/>
              <a:t>4</a:t>
            </a:r>
            <a:r>
              <a:rPr lang="en-US" sz="2000" baseline="30000" dirty="0"/>
              <a:t>8</a:t>
            </a:r>
            <a:r>
              <a:rPr lang="en-US" sz="2000" dirty="0"/>
              <a:t> = 65,536 UMIs</a:t>
            </a:r>
          </a:p>
          <a:p>
            <a:pPr lvl="1"/>
            <a:r>
              <a:rPr lang="en-US" sz="2000"/>
              <a:t>&gt; 10</a:t>
            </a:r>
            <a:r>
              <a:rPr lang="en-US" sz="2000" baseline="30000"/>
              <a:t>6 </a:t>
            </a:r>
            <a:r>
              <a:rPr lang="en-US" sz="2000" err="1"/>
              <a:t>oligos</a:t>
            </a:r>
            <a:r>
              <a:rPr lang="en-US" sz="2000" dirty="0"/>
              <a:t>/bead</a:t>
            </a:r>
          </a:p>
        </p:txBody>
      </p:sp>
      <p:sp>
        <p:nvSpPr>
          <p:cNvPr id="13" name="TextBox 12"/>
          <p:cNvSpPr txBox="1"/>
          <p:nvPr/>
        </p:nvSpPr>
        <p:spPr>
          <a:xfrm>
            <a:off x="7154789" y="6543851"/>
            <a:ext cx="1580882" cy="246221"/>
          </a:xfrm>
          <a:prstGeom prst="rect">
            <a:avLst/>
          </a:prstGeom>
          <a:noFill/>
        </p:spPr>
        <p:txBody>
          <a:bodyPr wrap="none" rtlCol="0">
            <a:spAutoFit/>
          </a:bodyPr>
          <a:lstStyle/>
          <a:p>
            <a:r>
              <a:rPr lang="en-US" sz="1000" dirty="0" err="1">
                <a:latin typeface="Helvetica Neue Light"/>
                <a:cs typeface="Avenir Book"/>
              </a:rPr>
              <a:t>Macosko</a:t>
            </a:r>
            <a:r>
              <a:rPr lang="en-US" sz="1000" dirty="0">
                <a:latin typeface="Helvetica Neue Light"/>
                <a:cs typeface="Avenir Book"/>
              </a:rPr>
              <a:t> </a:t>
            </a:r>
            <a:r>
              <a:rPr lang="en-US" sz="1000" i="1" dirty="0">
                <a:latin typeface="Helvetica Neue Light"/>
                <a:cs typeface="Avenir Book"/>
              </a:rPr>
              <a:t>et al</a:t>
            </a:r>
            <a:r>
              <a:rPr lang="en-US" sz="1000" dirty="0">
                <a:latin typeface="Helvetica Neue Light"/>
                <a:cs typeface="Avenir Book"/>
              </a:rPr>
              <a:t>., 2015 Cell</a:t>
            </a:r>
          </a:p>
        </p:txBody>
      </p:sp>
      <p:pic>
        <p:nvPicPr>
          <p:cNvPr id="14" name="Picture 13"/>
          <p:cNvPicPr>
            <a:picLocks noChangeAspect="1"/>
          </p:cNvPicPr>
          <p:nvPr/>
        </p:nvPicPr>
        <p:blipFill rotWithShape="1">
          <a:blip r:embed="rId6"/>
          <a:srcRect l="49636" t="15814" r="3464" b="77860"/>
          <a:stretch/>
        </p:blipFill>
        <p:spPr>
          <a:xfrm>
            <a:off x="2926080" y="1780428"/>
            <a:ext cx="3883524" cy="310133"/>
          </a:xfrm>
          <a:prstGeom prst="rect">
            <a:avLst/>
          </a:prstGeom>
        </p:spPr>
      </p:pic>
      <p:sp>
        <p:nvSpPr>
          <p:cNvPr id="15" name="TextBox 14"/>
          <p:cNvSpPr txBox="1"/>
          <p:nvPr/>
        </p:nvSpPr>
        <p:spPr>
          <a:xfrm>
            <a:off x="4673976" y="1730342"/>
            <a:ext cx="725005" cy="309266"/>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pPr algn="ctr"/>
            <a:r>
              <a:rPr lang="en-US" sz="1400" dirty="0"/>
              <a:t>UMI</a:t>
            </a:r>
          </a:p>
        </p:txBody>
      </p:sp>
      <p:sp>
        <p:nvSpPr>
          <p:cNvPr id="16" name="TextBox 15"/>
          <p:cNvSpPr txBox="1"/>
          <p:nvPr/>
        </p:nvSpPr>
        <p:spPr>
          <a:xfrm>
            <a:off x="5389348" y="1728853"/>
            <a:ext cx="691734" cy="309266"/>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pPr algn="ctr"/>
            <a:r>
              <a:rPr lang="en-US" sz="1400" dirty="0"/>
              <a:t>BBC</a:t>
            </a:r>
          </a:p>
        </p:txBody>
      </p:sp>
      <p:sp>
        <p:nvSpPr>
          <p:cNvPr id="17" name="TextBox 16"/>
          <p:cNvSpPr txBox="1"/>
          <p:nvPr/>
        </p:nvSpPr>
        <p:spPr>
          <a:xfrm>
            <a:off x="6088369" y="1730342"/>
            <a:ext cx="684341" cy="309266"/>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r>
              <a:rPr lang="en-US" sz="1400" dirty="0"/>
              <a:t>PCR</a:t>
            </a:r>
          </a:p>
        </p:txBody>
      </p:sp>
      <p:sp>
        <p:nvSpPr>
          <p:cNvPr id="2" name="Rectangle 1">
            <a:extLst>
              <a:ext uri="{FF2B5EF4-FFF2-40B4-BE49-F238E27FC236}">
                <a16:creationId xmlns:a16="http://schemas.microsoft.com/office/drawing/2014/main" id="{C2B76940-57E4-4BA8-A6BF-6EA7125D064D}"/>
              </a:ext>
            </a:extLst>
          </p:cNvPr>
          <p:cNvSpPr/>
          <p:nvPr/>
        </p:nvSpPr>
        <p:spPr>
          <a:xfrm>
            <a:off x="3278036" y="2480093"/>
            <a:ext cx="388190" cy="370936"/>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US" sz="3600" b="0" i="0" u="none" strike="noStrike" cap="none" spc="0" normalizeH="0" baseline="0">
              <a:ln>
                <a:noFill/>
              </a:ln>
              <a:solidFill>
                <a:srgbClr val="000000"/>
              </a:solidFill>
              <a:effectLst/>
              <a:uFillTx/>
              <a:latin typeface="+mn-lt"/>
              <a:ea typeface="+mn-ea"/>
              <a:cs typeface="+mn-cs"/>
              <a:sym typeface="Helvetica Neue Light"/>
            </a:endParaRPr>
          </a:p>
        </p:txBody>
      </p:sp>
      <p:sp>
        <p:nvSpPr>
          <p:cNvPr id="3" name="Rectangle 2">
            <a:extLst>
              <a:ext uri="{FF2B5EF4-FFF2-40B4-BE49-F238E27FC236}">
                <a16:creationId xmlns:a16="http://schemas.microsoft.com/office/drawing/2014/main" id="{A563ED0E-D9A2-4EC5-8D3A-EA0F3B4B6649}"/>
              </a:ext>
            </a:extLst>
          </p:cNvPr>
          <p:cNvSpPr/>
          <p:nvPr/>
        </p:nvSpPr>
        <p:spPr>
          <a:xfrm>
            <a:off x="474451" y="2385202"/>
            <a:ext cx="388190" cy="370936"/>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US" sz="3600" b="0" i="0" u="none" strike="noStrike" cap="none" spc="0" normalizeH="0" baseline="0">
              <a:ln>
                <a:noFill/>
              </a:ln>
              <a:solidFill>
                <a:srgbClr val="000000"/>
              </a:solidFill>
              <a:effectLst/>
              <a:uFillTx/>
              <a:latin typeface="+mn-lt"/>
              <a:ea typeface="+mn-ea"/>
              <a:cs typeface="+mn-cs"/>
              <a:sym typeface="Helvetica Neue Light"/>
            </a:endParaRPr>
          </a:p>
        </p:txBody>
      </p:sp>
    </p:spTree>
    <p:custDataLst>
      <p:tags r:id="rId1"/>
    </p:custDataLst>
    <p:extLst>
      <p:ext uri="{BB962C8B-B14F-4D97-AF65-F5344CB8AC3E}">
        <p14:creationId xmlns:p14="http://schemas.microsoft.com/office/powerpoint/2010/main" val="293278949"/>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5" grpId="0" animBg="1"/>
      <p:bldP spid="16" grpId="0" animBg="1"/>
      <p:bldP spid="1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5" name="Summary of droplet technologies"/>
          <p:cNvSpPr txBox="1">
            <a:spLocks noGrp="1"/>
          </p:cNvSpPr>
          <p:nvPr>
            <p:ph type="title"/>
          </p:nvPr>
        </p:nvSpPr>
        <p:spPr>
          <a:prstGeom prst="rect">
            <a:avLst/>
          </a:prstGeom>
        </p:spPr>
        <p:txBody>
          <a:bodyPr/>
          <a:lstStyle/>
          <a:p>
            <a:r>
              <a:rPr dirty="0"/>
              <a:t>Summary of </a:t>
            </a:r>
            <a:r>
              <a:rPr lang="en-US" dirty="0"/>
              <a:t>commercial </a:t>
            </a:r>
            <a:r>
              <a:rPr dirty="0"/>
              <a:t>technologies</a:t>
            </a:r>
          </a:p>
        </p:txBody>
      </p:sp>
      <p:sp>
        <p:nvSpPr>
          <p:cNvPr id="2" name="Rectangle 1">
            <a:extLst>
              <a:ext uri="{FF2B5EF4-FFF2-40B4-BE49-F238E27FC236}">
                <a16:creationId xmlns:a16="http://schemas.microsoft.com/office/drawing/2014/main" id="{8FDA4517-00B6-4CF5-80D8-CCD3CA4ACE08}"/>
              </a:ext>
            </a:extLst>
          </p:cNvPr>
          <p:cNvSpPr/>
          <p:nvPr/>
        </p:nvSpPr>
        <p:spPr>
          <a:xfrm>
            <a:off x="1561379" y="1401791"/>
            <a:ext cx="388190" cy="370936"/>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US" sz="3600" b="0" i="0" u="none" strike="noStrike" cap="none" spc="0" normalizeH="0" baseline="0">
              <a:ln>
                <a:noFill/>
              </a:ln>
              <a:solidFill>
                <a:srgbClr val="000000"/>
              </a:solidFill>
              <a:effectLst/>
              <a:uFillTx/>
              <a:latin typeface="+mn-lt"/>
              <a:ea typeface="+mn-ea"/>
              <a:cs typeface="+mn-cs"/>
              <a:sym typeface="Helvetica Neue Light"/>
            </a:endParaRPr>
          </a:p>
        </p:txBody>
      </p:sp>
      <p:pic>
        <p:nvPicPr>
          <p:cNvPr id="4" name="Picture 3">
            <a:extLst>
              <a:ext uri="{FF2B5EF4-FFF2-40B4-BE49-F238E27FC236}">
                <a16:creationId xmlns:a16="http://schemas.microsoft.com/office/drawing/2014/main" id="{D600171D-DC52-3BB2-CEA4-7A164F6E7982}"/>
              </a:ext>
            </a:extLst>
          </p:cNvPr>
          <p:cNvPicPr>
            <a:picLocks noChangeAspect="1"/>
          </p:cNvPicPr>
          <p:nvPr/>
        </p:nvPicPr>
        <p:blipFill>
          <a:blip r:embed="rId2"/>
          <a:stretch>
            <a:fillRect/>
          </a:stretch>
        </p:blipFill>
        <p:spPr>
          <a:xfrm>
            <a:off x="1020055" y="2183050"/>
            <a:ext cx="7103889" cy="3577268"/>
          </a:xfrm>
          <a:prstGeom prst="rect">
            <a:avLst/>
          </a:prstGeom>
        </p:spPr>
      </p:pic>
      <p:sp>
        <p:nvSpPr>
          <p:cNvPr id="6" name="TextBox 5">
            <a:extLst>
              <a:ext uri="{FF2B5EF4-FFF2-40B4-BE49-F238E27FC236}">
                <a16:creationId xmlns:a16="http://schemas.microsoft.com/office/drawing/2014/main" id="{22AB8499-A886-4629-77B2-19605C398F47}"/>
              </a:ext>
            </a:extLst>
          </p:cNvPr>
          <p:cNvSpPr txBox="1"/>
          <p:nvPr/>
        </p:nvSpPr>
        <p:spPr>
          <a:xfrm>
            <a:off x="402610" y="6557491"/>
            <a:ext cx="8338781" cy="22570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pPr algn="ctr"/>
            <a:r>
              <a:rPr lang="en-US" sz="800" dirty="0">
                <a:ea typeface="+mn-lt"/>
                <a:cs typeface="+mn-lt"/>
              </a:rPr>
              <a:t>Nucleic Acids Research, 2025, 53, gkae1186, </a:t>
            </a:r>
            <a:r>
              <a:rPr lang="en-US" sz="800" dirty="0">
                <a:ea typeface="+mn-lt"/>
                <a:cs typeface="+mn-lt"/>
                <a:hlinkClick r:id="rId3"/>
              </a:rPr>
              <a:t>https://doi.org/10.1093/nar/gkae1186</a:t>
            </a:r>
            <a:r>
              <a:rPr lang="en-US" sz="800" dirty="0">
                <a:ea typeface="+mn-lt"/>
                <a:cs typeface="+mn-lt"/>
              </a:rPr>
              <a:t>, Advance access publication date: 16 December 2024</a:t>
            </a:r>
            <a:endParaRPr lang="en-US" dirty="0"/>
          </a:p>
        </p:txBody>
      </p:sp>
    </p:spTree>
    <p:extLst>
      <p:ext uri="{BB962C8B-B14F-4D97-AF65-F5344CB8AC3E}">
        <p14:creationId xmlns:p14="http://schemas.microsoft.com/office/powerpoint/2010/main" val="1875295619"/>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Autofit/>
          </a:bodyPr>
          <a:lstStyle/>
          <a:p>
            <a:r>
              <a:rPr lang="en-US" dirty="0"/>
              <a:t>Seq-Well and hydrogel abrogates the need for droplet-based microfluidic devices</a:t>
            </a:r>
          </a:p>
        </p:txBody>
      </p:sp>
      <p:pic>
        <p:nvPicPr>
          <p:cNvPr id="5" name="Picture 4" descr="Drops-SeqWell-01-01.png"/>
          <p:cNvPicPr>
            <a:picLocks noChangeAspect="1"/>
          </p:cNvPicPr>
          <p:nvPr/>
        </p:nvPicPr>
        <p:blipFill rotWithShape="1">
          <a:blip r:embed="rId2">
            <a:extLst>
              <a:ext uri="{28A0092B-C50C-407E-A947-70E740481C1C}">
                <a14:useLocalDpi xmlns:a14="http://schemas.microsoft.com/office/drawing/2010/main" val="0"/>
              </a:ext>
            </a:extLst>
          </a:blip>
          <a:srcRect t="60140"/>
          <a:stretch/>
        </p:blipFill>
        <p:spPr>
          <a:xfrm>
            <a:off x="398913" y="4241277"/>
            <a:ext cx="8347292" cy="2008195"/>
          </a:xfrm>
          <a:prstGeom prst="rect">
            <a:avLst/>
          </a:prstGeom>
        </p:spPr>
      </p:pic>
      <p:pic>
        <p:nvPicPr>
          <p:cNvPr id="6" name="Picture 5"/>
          <p:cNvPicPr>
            <a:picLocks noChangeAspect="1"/>
          </p:cNvPicPr>
          <p:nvPr/>
        </p:nvPicPr>
        <p:blipFill>
          <a:blip r:embed="rId3"/>
          <a:stretch>
            <a:fillRect/>
          </a:stretch>
        </p:blipFill>
        <p:spPr>
          <a:xfrm>
            <a:off x="452390" y="1649997"/>
            <a:ext cx="3752398" cy="2337804"/>
          </a:xfrm>
          <a:prstGeom prst="rect">
            <a:avLst/>
          </a:prstGeom>
        </p:spPr>
      </p:pic>
      <p:pic>
        <p:nvPicPr>
          <p:cNvPr id="7" name="Picture 6"/>
          <p:cNvPicPr>
            <a:picLocks noChangeAspect="1"/>
          </p:cNvPicPr>
          <p:nvPr/>
        </p:nvPicPr>
        <p:blipFill>
          <a:blip r:embed="rId4"/>
          <a:stretch>
            <a:fillRect/>
          </a:stretch>
        </p:blipFill>
        <p:spPr>
          <a:xfrm>
            <a:off x="4326681" y="1941284"/>
            <a:ext cx="2605832" cy="394597"/>
          </a:xfrm>
          <a:prstGeom prst="rect">
            <a:avLst/>
          </a:prstGeom>
        </p:spPr>
      </p:pic>
    </p:spTree>
    <p:extLst>
      <p:ext uri="{BB962C8B-B14F-4D97-AF65-F5344CB8AC3E}">
        <p14:creationId xmlns:p14="http://schemas.microsoft.com/office/powerpoint/2010/main" val="1311787134"/>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9"/>
          <p:cNvSpPr>
            <a:spLocks noGrp="1"/>
          </p:cNvSpPr>
          <p:nvPr>
            <p:ph type="title"/>
          </p:nvPr>
        </p:nvSpPr>
        <p:spPr/>
        <p:txBody>
          <a:bodyPr>
            <a:normAutofit/>
          </a:bodyPr>
          <a:lstStyle/>
          <a:p>
            <a:r>
              <a:rPr lang="en-US" dirty="0" err="1"/>
              <a:t>Seq</a:t>
            </a:r>
            <a:r>
              <a:rPr lang="en-US" dirty="0"/>
              <a:t>-Well workflow in Images</a:t>
            </a:r>
            <a:endParaRPr lang="en-US" sz="3600" dirty="0"/>
          </a:p>
        </p:txBody>
      </p:sp>
      <p:pic>
        <p:nvPicPr>
          <p:cNvPr id="7" name="Content Placeholder 6"/>
          <p:cNvPicPr>
            <a:picLocks noGrp="1" noChangeAspect="1"/>
          </p:cNvPicPr>
          <p:nvPr>
            <p:ph idx="4294967295"/>
          </p:nvPr>
        </p:nvPicPr>
        <p:blipFill>
          <a:blip r:embed="rId3" cstate="print">
            <a:extLst>
              <a:ext uri="{28A0092B-C50C-407E-A947-70E740481C1C}">
                <a14:useLocalDpi xmlns:a14="http://schemas.microsoft.com/office/drawing/2010/main" val="0"/>
              </a:ext>
            </a:extLst>
          </a:blip>
          <a:stretch>
            <a:fillRect/>
          </a:stretch>
        </p:blipFill>
        <p:spPr>
          <a:xfrm>
            <a:off x="521208" y="1540256"/>
            <a:ext cx="3186113" cy="4927600"/>
          </a:xfrm>
        </p:spPr>
      </p:pic>
      <p:pic>
        <p:nvPicPr>
          <p:cNvPr id="11" name="Picture 10"/>
          <p:cNvPicPr>
            <a:picLocks noChangeAspect="1"/>
          </p:cNvPicPr>
          <p:nvPr/>
        </p:nvPicPr>
        <p:blipFill rotWithShape="1">
          <a:blip r:embed="rId4">
            <a:extLst>
              <a:ext uri="{28A0092B-C50C-407E-A947-70E740481C1C}">
                <a14:useLocalDpi xmlns:a14="http://schemas.microsoft.com/office/drawing/2010/main" val="0"/>
              </a:ext>
            </a:extLst>
          </a:blip>
          <a:srcRect l="7437" r="51249" b="56725"/>
          <a:stretch/>
        </p:blipFill>
        <p:spPr>
          <a:xfrm>
            <a:off x="5086350" y="1595439"/>
            <a:ext cx="2343151" cy="2452011"/>
          </a:xfrm>
          <a:prstGeom prst="rect">
            <a:avLst/>
          </a:prstGeom>
        </p:spPr>
      </p:pic>
      <p:pic>
        <p:nvPicPr>
          <p:cNvPr id="15" name="Picture 14"/>
          <p:cNvPicPr>
            <a:picLocks noChangeAspect="1"/>
          </p:cNvPicPr>
          <p:nvPr/>
        </p:nvPicPr>
        <p:blipFill rotWithShape="1">
          <a:blip r:embed="rId5">
            <a:extLst>
              <a:ext uri="{28A0092B-C50C-407E-A947-70E740481C1C}">
                <a14:useLocalDpi xmlns:a14="http://schemas.microsoft.com/office/drawing/2010/main" val="0"/>
              </a:ext>
            </a:extLst>
          </a:blip>
          <a:srcRect l="23151" r="35535" b="58426"/>
          <a:stretch/>
        </p:blipFill>
        <p:spPr>
          <a:xfrm>
            <a:off x="5086350" y="4244977"/>
            <a:ext cx="2343150" cy="2355609"/>
          </a:xfrm>
          <a:prstGeom prst="rect">
            <a:avLst/>
          </a:prstGeom>
        </p:spPr>
      </p:pic>
      <p:sp>
        <p:nvSpPr>
          <p:cNvPr id="26" name="Rectangle 25"/>
          <p:cNvSpPr/>
          <p:nvPr/>
        </p:nvSpPr>
        <p:spPr>
          <a:xfrm>
            <a:off x="364325" y="4048903"/>
            <a:ext cx="3334709" cy="24189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p:cNvSpPr txBox="1"/>
          <p:nvPr/>
        </p:nvSpPr>
        <p:spPr>
          <a:xfrm>
            <a:off x="7650957" y="2533650"/>
            <a:ext cx="1312636" cy="369332"/>
          </a:xfrm>
          <a:prstGeom prst="rect">
            <a:avLst/>
          </a:prstGeom>
          <a:noFill/>
        </p:spPr>
        <p:txBody>
          <a:bodyPr wrap="square" rtlCol="0">
            <a:spAutoFit/>
          </a:bodyPr>
          <a:lstStyle/>
          <a:p>
            <a:r>
              <a:rPr lang="en-US" dirty="0">
                <a:latin typeface="Avenir Book"/>
                <a:cs typeface="Avenir Book"/>
              </a:rPr>
              <a:t>Pre-wash</a:t>
            </a:r>
          </a:p>
        </p:txBody>
      </p:sp>
      <p:sp>
        <p:nvSpPr>
          <p:cNvPr id="28" name="TextBox 27"/>
          <p:cNvSpPr txBox="1"/>
          <p:nvPr/>
        </p:nvSpPr>
        <p:spPr>
          <a:xfrm>
            <a:off x="7665244" y="4886326"/>
            <a:ext cx="1312636" cy="646331"/>
          </a:xfrm>
          <a:prstGeom prst="rect">
            <a:avLst/>
          </a:prstGeom>
          <a:noFill/>
        </p:spPr>
        <p:txBody>
          <a:bodyPr wrap="square" rtlCol="0">
            <a:spAutoFit/>
          </a:bodyPr>
          <a:lstStyle/>
          <a:p>
            <a:r>
              <a:rPr lang="en-US" dirty="0">
                <a:latin typeface="Avenir Book"/>
                <a:cs typeface="Avenir Book"/>
              </a:rPr>
              <a:t>Post-wash + shake</a:t>
            </a:r>
          </a:p>
        </p:txBody>
      </p:sp>
      <p:sp>
        <p:nvSpPr>
          <p:cNvPr id="29" name="TextBox 28"/>
          <p:cNvSpPr txBox="1"/>
          <p:nvPr/>
        </p:nvSpPr>
        <p:spPr>
          <a:xfrm>
            <a:off x="6966608" y="3756614"/>
            <a:ext cx="587535" cy="230832"/>
          </a:xfrm>
          <a:prstGeom prst="rect">
            <a:avLst/>
          </a:prstGeom>
          <a:noFill/>
        </p:spPr>
        <p:txBody>
          <a:bodyPr wrap="square" rtlCol="0">
            <a:spAutoFit/>
          </a:bodyPr>
          <a:lstStyle/>
          <a:p>
            <a:r>
              <a:rPr lang="en-US" sz="900" dirty="0">
                <a:solidFill>
                  <a:schemeClr val="bg1"/>
                </a:solidFill>
                <a:latin typeface="Avenir Book"/>
                <a:cs typeface="Avenir Book"/>
              </a:rPr>
              <a:t>100 um</a:t>
            </a:r>
          </a:p>
        </p:txBody>
      </p:sp>
      <p:cxnSp>
        <p:nvCxnSpPr>
          <p:cNvPr id="32" name="Straight Connector 31"/>
          <p:cNvCxnSpPr/>
          <p:nvPr/>
        </p:nvCxnSpPr>
        <p:spPr>
          <a:xfrm>
            <a:off x="6938033" y="6510957"/>
            <a:ext cx="406226" cy="10266"/>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6953492" y="6338131"/>
            <a:ext cx="507441" cy="369332"/>
          </a:xfrm>
          <a:prstGeom prst="rect">
            <a:avLst/>
          </a:prstGeom>
          <a:noFill/>
        </p:spPr>
        <p:txBody>
          <a:bodyPr wrap="square" rtlCol="0">
            <a:spAutoFit/>
          </a:bodyPr>
          <a:lstStyle/>
          <a:p>
            <a:r>
              <a:rPr lang="en-US" sz="900" dirty="0">
                <a:solidFill>
                  <a:schemeClr val="bg1"/>
                </a:solidFill>
              </a:rPr>
              <a:t>100 um</a:t>
            </a:r>
          </a:p>
        </p:txBody>
      </p:sp>
      <p:cxnSp>
        <p:nvCxnSpPr>
          <p:cNvPr id="30" name="Straight Connector 29"/>
          <p:cNvCxnSpPr/>
          <p:nvPr/>
        </p:nvCxnSpPr>
        <p:spPr>
          <a:xfrm>
            <a:off x="6967780" y="3941510"/>
            <a:ext cx="514580" cy="8549"/>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46676731"/>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9"/>
          <p:cNvSpPr>
            <a:spLocks noGrp="1"/>
          </p:cNvSpPr>
          <p:nvPr>
            <p:ph type="title"/>
          </p:nvPr>
        </p:nvSpPr>
        <p:spPr/>
        <p:txBody>
          <a:bodyPr>
            <a:normAutofit/>
          </a:bodyPr>
          <a:lstStyle/>
          <a:p>
            <a:r>
              <a:rPr lang="en-US" dirty="0" err="1"/>
              <a:t>Seq</a:t>
            </a:r>
            <a:r>
              <a:rPr lang="en-US" dirty="0"/>
              <a:t>-Well workflow in Images</a:t>
            </a:r>
            <a:endParaRPr lang="en-US" sz="3600" dirty="0"/>
          </a:p>
        </p:txBody>
      </p:sp>
      <p:pic>
        <p:nvPicPr>
          <p:cNvPr id="7" name="Content Placeholder 6"/>
          <p:cNvPicPr>
            <a:picLocks noGrp="1" noChangeAspect="1"/>
          </p:cNvPicPr>
          <p:nvPr>
            <p:ph idx="4294967295"/>
          </p:nvPr>
        </p:nvPicPr>
        <p:blipFill>
          <a:blip r:embed="rId3" cstate="print">
            <a:extLst>
              <a:ext uri="{28A0092B-C50C-407E-A947-70E740481C1C}">
                <a14:useLocalDpi xmlns:a14="http://schemas.microsoft.com/office/drawing/2010/main" val="0"/>
              </a:ext>
            </a:extLst>
          </a:blip>
          <a:stretch>
            <a:fillRect/>
          </a:stretch>
        </p:blipFill>
        <p:spPr>
          <a:xfrm>
            <a:off x="502920" y="1521968"/>
            <a:ext cx="3186113" cy="4927600"/>
          </a:xfrm>
        </p:spPr>
      </p:pic>
      <p:pic>
        <p:nvPicPr>
          <p:cNvPr id="15" name="Picture 14"/>
          <p:cNvPicPr>
            <a:picLocks noChangeAspect="1"/>
          </p:cNvPicPr>
          <p:nvPr/>
        </p:nvPicPr>
        <p:blipFill rotWithShape="1">
          <a:blip r:embed="rId4">
            <a:extLst>
              <a:ext uri="{28A0092B-C50C-407E-A947-70E740481C1C}">
                <a14:useLocalDpi xmlns:a14="http://schemas.microsoft.com/office/drawing/2010/main" val="0"/>
              </a:ext>
            </a:extLst>
          </a:blip>
          <a:srcRect l="23151" r="35535" b="58426"/>
          <a:stretch/>
        </p:blipFill>
        <p:spPr>
          <a:xfrm>
            <a:off x="5214938" y="1602362"/>
            <a:ext cx="2343150" cy="2355609"/>
          </a:xfrm>
          <a:prstGeom prst="rect">
            <a:avLst/>
          </a:prstGeom>
        </p:spPr>
      </p:pic>
      <p:sp>
        <p:nvSpPr>
          <p:cNvPr id="26" name="Rectangle 25"/>
          <p:cNvSpPr/>
          <p:nvPr/>
        </p:nvSpPr>
        <p:spPr>
          <a:xfrm>
            <a:off x="501485" y="4972431"/>
            <a:ext cx="3334709" cy="15137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a:cs typeface="Avenir Book"/>
            </a:endParaRPr>
          </a:p>
        </p:txBody>
      </p:sp>
      <p:cxnSp>
        <p:nvCxnSpPr>
          <p:cNvPr id="17" name="Straight Connector 16"/>
          <p:cNvCxnSpPr/>
          <p:nvPr/>
        </p:nvCxnSpPr>
        <p:spPr>
          <a:xfrm>
            <a:off x="2457450" y="4543425"/>
            <a:ext cx="2457450" cy="0"/>
          </a:xfrm>
          <a:prstGeom prst="line">
            <a:avLst/>
          </a:prstGeom>
          <a:ln w="28575">
            <a:solidFill>
              <a:srgbClr val="FF0000"/>
            </a:solidFill>
            <a:prstDash val="sysDot"/>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7736682" y="2793892"/>
            <a:ext cx="1226431" cy="646331"/>
          </a:xfrm>
          <a:prstGeom prst="rect">
            <a:avLst/>
          </a:prstGeom>
          <a:noFill/>
        </p:spPr>
        <p:txBody>
          <a:bodyPr wrap="square" rtlCol="0">
            <a:spAutoFit/>
          </a:bodyPr>
          <a:lstStyle/>
          <a:p>
            <a:r>
              <a:rPr lang="en-US" dirty="0">
                <a:latin typeface="Avenir Book"/>
                <a:cs typeface="Avenir Book"/>
              </a:rPr>
              <a:t>Pre-cell loading</a:t>
            </a:r>
          </a:p>
        </p:txBody>
      </p:sp>
      <p:pic>
        <p:nvPicPr>
          <p:cNvPr id="3" name="Picture 2"/>
          <p:cNvPicPr>
            <a:picLocks noChangeAspect="1"/>
          </p:cNvPicPr>
          <p:nvPr/>
        </p:nvPicPr>
        <p:blipFill rotWithShape="1">
          <a:blip r:embed="rId5" cstate="print">
            <a:extLst>
              <a:ext uri="{28A0092B-C50C-407E-A947-70E740481C1C}">
                <a14:useLocalDpi xmlns:a14="http://schemas.microsoft.com/office/drawing/2010/main" val="0"/>
              </a:ext>
            </a:extLst>
          </a:blip>
          <a:srcRect l="15034" t="1" b="16015"/>
          <a:stretch/>
        </p:blipFill>
        <p:spPr>
          <a:xfrm>
            <a:off x="5214938" y="4241435"/>
            <a:ext cx="2343150" cy="2313859"/>
          </a:xfrm>
          <a:prstGeom prst="rect">
            <a:avLst/>
          </a:prstGeom>
        </p:spPr>
      </p:pic>
      <p:sp>
        <p:nvSpPr>
          <p:cNvPr id="12" name="TextBox 11"/>
          <p:cNvSpPr txBox="1"/>
          <p:nvPr/>
        </p:nvSpPr>
        <p:spPr>
          <a:xfrm>
            <a:off x="7736681" y="5018219"/>
            <a:ext cx="1407319" cy="830997"/>
          </a:xfrm>
          <a:prstGeom prst="rect">
            <a:avLst/>
          </a:prstGeom>
          <a:noFill/>
        </p:spPr>
        <p:txBody>
          <a:bodyPr wrap="square" rtlCol="0">
            <a:spAutoFit/>
          </a:bodyPr>
          <a:lstStyle/>
          <a:p>
            <a:r>
              <a:rPr lang="en-US" sz="1600" dirty="0">
                <a:latin typeface="Avenir Book"/>
                <a:cs typeface="Avenir Book"/>
              </a:rPr>
              <a:t>Post-cell loading  + shake</a:t>
            </a:r>
          </a:p>
        </p:txBody>
      </p:sp>
      <p:cxnSp>
        <p:nvCxnSpPr>
          <p:cNvPr id="13" name="Straight Arrow Connector 12"/>
          <p:cNvCxnSpPr/>
          <p:nvPr/>
        </p:nvCxnSpPr>
        <p:spPr>
          <a:xfrm flipH="1" flipV="1">
            <a:off x="2835783" y="6189622"/>
            <a:ext cx="2847786" cy="9992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Oval 15"/>
          <p:cNvSpPr/>
          <p:nvPr/>
        </p:nvSpPr>
        <p:spPr>
          <a:xfrm>
            <a:off x="5683567" y="5969000"/>
            <a:ext cx="1020511" cy="397556"/>
          </a:xfrm>
          <a:prstGeom prst="ellipse">
            <a:avLst/>
          </a:prstGeom>
          <a:noFill/>
          <a:ln w="34925">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Avenir Book"/>
              <a:cs typeface="Avenir Book"/>
            </a:endParaRPr>
          </a:p>
        </p:txBody>
      </p:sp>
      <p:pic>
        <p:nvPicPr>
          <p:cNvPr id="18" name="Picture 17"/>
          <p:cNvPicPr>
            <a:picLocks noChangeAspect="1"/>
          </p:cNvPicPr>
          <p:nvPr/>
        </p:nvPicPr>
        <p:blipFill rotWithShape="1">
          <a:blip r:embed="rId5" cstate="print">
            <a:extLst>
              <a:ext uri="{28A0092B-C50C-407E-A947-70E740481C1C}">
                <a14:useLocalDpi xmlns:a14="http://schemas.microsoft.com/office/drawing/2010/main" val="0"/>
              </a:ext>
            </a:extLst>
          </a:blip>
          <a:srcRect l="33193" t="65283" r="39607" b="25058"/>
          <a:stretch/>
        </p:blipFill>
        <p:spPr>
          <a:xfrm>
            <a:off x="665172" y="5500989"/>
            <a:ext cx="2074200" cy="735870"/>
          </a:xfrm>
          <a:prstGeom prst="rect">
            <a:avLst/>
          </a:prstGeom>
        </p:spPr>
      </p:pic>
      <p:cxnSp>
        <p:nvCxnSpPr>
          <p:cNvPr id="21" name="Straight Arrow Connector 20"/>
          <p:cNvCxnSpPr/>
          <p:nvPr/>
        </p:nvCxnSpPr>
        <p:spPr>
          <a:xfrm flipH="1">
            <a:off x="2424161" y="5708904"/>
            <a:ext cx="961463" cy="16002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flipH="1">
            <a:off x="2502397" y="5275295"/>
            <a:ext cx="843471" cy="38948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3385709" y="5524238"/>
            <a:ext cx="733663" cy="338554"/>
          </a:xfrm>
          <a:prstGeom prst="rect">
            <a:avLst/>
          </a:prstGeom>
          <a:noFill/>
        </p:spPr>
        <p:txBody>
          <a:bodyPr wrap="square" rtlCol="0">
            <a:spAutoFit/>
          </a:bodyPr>
          <a:lstStyle/>
          <a:p>
            <a:r>
              <a:rPr lang="en-US" sz="1600" dirty="0">
                <a:latin typeface="Avenir Book"/>
                <a:cs typeface="Avenir Book"/>
              </a:rPr>
              <a:t>Bead</a:t>
            </a:r>
          </a:p>
        </p:txBody>
      </p:sp>
      <p:sp>
        <p:nvSpPr>
          <p:cNvPr id="30" name="TextBox 29"/>
          <p:cNvSpPr txBox="1"/>
          <p:nvPr/>
        </p:nvSpPr>
        <p:spPr>
          <a:xfrm>
            <a:off x="3385709" y="5108326"/>
            <a:ext cx="733663" cy="338554"/>
          </a:xfrm>
          <a:prstGeom prst="rect">
            <a:avLst/>
          </a:prstGeom>
          <a:noFill/>
        </p:spPr>
        <p:txBody>
          <a:bodyPr wrap="square" rtlCol="0">
            <a:spAutoFit/>
          </a:bodyPr>
          <a:lstStyle/>
          <a:p>
            <a:r>
              <a:rPr lang="en-US" sz="1600" dirty="0">
                <a:latin typeface="Avenir Book"/>
                <a:cs typeface="Avenir Book"/>
              </a:rPr>
              <a:t>Cell</a:t>
            </a:r>
          </a:p>
        </p:txBody>
      </p:sp>
      <p:cxnSp>
        <p:nvCxnSpPr>
          <p:cNvPr id="33" name="Straight Connector 32"/>
          <p:cNvCxnSpPr/>
          <p:nvPr/>
        </p:nvCxnSpPr>
        <p:spPr>
          <a:xfrm>
            <a:off x="6899105" y="6613967"/>
            <a:ext cx="271159" cy="3843"/>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6810403" y="6454261"/>
            <a:ext cx="579837" cy="184666"/>
          </a:xfrm>
          <a:prstGeom prst="rect">
            <a:avLst/>
          </a:prstGeom>
          <a:noFill/>
        </p:spPr>
        <p:txBody>
          <a:bodyPr wrap="square" rtlCol="0">
            <a:spAutoFit/>
          </a:bodyPr>
          <a:lstStyle/>
          <a:p>
            <a:r>
              <a:rPr lang="en-US" sz="600" dirty="0">
                <a:solidFill>
                  <a:schemeClr val="bg1"/>
                </a:solidFill>
                <a:latin typeface="Avenir Book"/>
                <a:cs typeface="Avenir Book"/>
              </a:rPr>
              <a:t>100 um</a:t>
            </a:r>
          </a:p>
        </p:txBody>
      </p:sp>
      <p:sp>
        <p:nvSpPr>
          <p:cNvPr id="37" name="TextBox 36"/>
          <p:cNvSpPr txBox="1"/>
          <p:nvPr/>
        </p:nvSpPr>
        <p:spPr>
          <a:xfrm>
            <a:off x="7084696" y="3652613"/>
            <a:ext cx="404813" cy="307777"/>
          </a:xfrm>
          <a:prstGeom prst="rect">
            <a:avLst/>
          </a:prstGeom>
          <a:noFill/>
        </p:spPr>
        <p:txBody>
          <a:bodyPr wrap="square" rtlCol="0">
            <a:spAutoFit/>
          </a:bodyPr>
          <a:lstStyle/>
          <a:p>
            <a:r>
              <a:rPr lang="en-US" sz="700" dirty="0">
                <a:solidFill>
                  <a:schemeClr val="bg1"/>
                </a:solidFill>
                <a:latin typeface="Avenir Book"/>
                <a:cs typeface="Avenir Book"/>
              </a:rPr>
              <a:t>100 um</a:t>
            </a:r>
          </a:p>
        </p:txBody>
      </p:sp>
      <p:cxnSp>
        <p:nvCxnSpPr>
          <p:cNvPr id="36" name="Straight Connector 35"/>
          <p:cNvCxnSpPr/>
          <p:nvPr/>
        </p:nvCxnSpPr>
        <p:spPr>
          <a:xfrm>
            <a:off x="7044859" y="3818785"/>
            <a:ext cx="384641" cy="741"/>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2867854" y="6387709"/>
            <a:ext cx="2210427" cy="369332"/>
          </a:xfrm>
          <a:prstGeom prst="rect">
            <a:avLst/>
          </a:prstGeom>
          <a:noFill/>
        </p:spPr>
        <p:txBody>
          <a:bodyPr wrap="none" rtlCol="0">
            <a:spAutoFit/>
          </a:bodyPr>
          <a:lstStyle/>
          <a:p>
            <a:r>
              <a:rPr lang="en-US" dirty="0">
                <a:latin typeface="Avenir Book"/>
                <a:cs typeface="Avenir Book"/>
              </a:rPr>
              <a:t>Capture rate &gt; 50%</a:t>
            </a:r>
          </a:p>
        </p:txBody>
      </p:sp>
    </p:spTree>
    <p:extLst>
      <p:ext uri="{BB962C8B-B14F-4D97-AF65-F5344CB8AC3E}">
        <p14:creationId xmlns:p14="http://schemas.microsoft.com/office/powerpoint/2010/main" val="1798105020"/>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Common problems - Technical doublets</a:t>
            </a:r>
          </a:p>
        </p:txBody>
      </p:sp>
      <p:sp>
        <p:nvSpPr>
          <p:cNvPr id="3" name="Text Placeholder 2"/>
          <p:cNvSpPr>
            <a:spLocks noGrp="1"/>
          </p:cNvSpPr>
          <p:nvPr>
            <p:ph type="body" idx="1"/>
          </p:nvPr>
        </p:nvSpPr>
        <p:spPr/>
        <p:txBody>
          <a:bodyPr lIns="50800" tIns="50800" rIns="50800" bIns="50800" anchor="t">
            <a:normAutofit/>
          </a:bodyPr>
          <a:lstStyle/>
          <a:p>
            <a:pPr marL="187325" indent="-187325"/>
            <a:r>
              <a:rPr lang="en-US" b="1" dirty="0"/>
              <a:t>Technical doublets </a:t>
            </a:r>
            <a:r>
              <a:rPr lang="en-US" dirty="0"/>
              <a:t>arise when two or more cells are captured in a droplet with a single bead. The technical doublet rate is therefore the probability of capturing two or more cells in a droplet given that at least one cell has been captured in a droplet:</a:t>
            </a:r>
            <a:endParaRPr lang="en-US"/>
          </a:p>
          <a:p>
            <a:pPr marL="187325" indent="-187325"/>
            <a:endParaRPr lang="en-US" b="1" dirty="0"/>
          </a:p>
          <a:p>
            <a:pPr marL="187325" indent="-187325"/>
            <a:endParaRPr lang="en-US" b="1" dirty="0"/>
          </a:p>
          <a:p>
            <a:pPr marL="187325" indent="-187325"/>
            <a:r>
              <a:rPr lang="en-US" dirty="0"/>
              <a:t>Note that “overloading” a microfluidics single-cell experiment by loading more cells while keeping flow rates constant will increase the number of technical doublets due to an effective increase in    and also the number of synthetic doublets due to a decrease in relative barcode diversity.</a:t>
            </a:r>
          </a:p>
        </p:txBody>
      </p:sp>
      <p:pic>
        <p:nvPicPr>
          <p:cNvPr id="6" name="Picture 5"/>
          <p:cNvPicPr>
            <a:picLocks noChangeAspect="1"/>
          </p:cNvPicPr>
          <p:nvPr/>
        </p:nvPicPr>
        <p:blipFill>
          <a:blip r:embed="rId2"/>
          <a:stretch>
            <a:fillRect/>
          </a:stretch>
        </p:blipFill>
        <p:spPr>
          <a:xfrm>
            <a:off x="4207993" y="5588962"/>
            <a:ext cx="169664" cy="232172"/>
          </a:xfrm>
          <a:prstGeom prst="rect">
            <a:avLst/>
          </a:prstGeom>
        </p:spPr>
      </p:pic>
      <p:pic>
        <p:nvPicPr>
          <p:cNvPr id="7" name="Picture 6"/>
          <p:cNvPicPr>
            <a:picLocks noChangeAspect="1"/>
          </p:cNvPicPr>
          <p:nvPr/>
        </p:nvPicPr>
        <p:blipFill>
          <a:blip r:embed="rId3"/>
          <a:stretch>
            <a:fillRect/>
          </a:stretch>
        </p:blipFill>
        <p:spPr>
          <a:xfrm>
            <a:off x="3312914" y="3492507"/>
            <a:ext cx="2518172" cy="714375"/>
          </a:xfrm>
          <a:prstGeom prst="rect">
            <a:avLst/>
          </a:prstGeom>
        </p:spPr>
      </p:pic>
    </p:spTree>
    <p:extLst>
      <p:ext uri="{BB962C8B-B14F-4D97-AF65-F5344CB8AC3E}">
        <p14:creationId xmlns:p14="http://schemas.microsoft.com/office/powerpoint/2010/main" val="32671852"/>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6" name="Doublet detection: the barnyard plot"/>
          <p:cNvSpPr txBox="1">
            <a:spLocks noGrp="1"/>
          </p:cNvSpPr>
          <p:nvPr>
            <p:ph type="title"/>
          </p:nvPr>
        </p:nvSpPr>
        <p:spPr>
          <a:prstGeom prst="rect">
            <a:avLst/>
          </a:prstGeom>
        </p:spPr>
        <p:txBody>
          <a:bodyPr/>
          <a:lstStyle/>
          <a:p>
            <a:r>
              <a:rPr dirty="0"/>
              <a:t>Doublet detection: the barnyard plot</a:t>
            </a:r>
          </a:p>
        </p:txBody>
      </p:sp>
      <p:pic>
        <p:nvPicPr>
          <p:cNvPr id="497" name="Image" descr="Image"/>
          <p:cNvPicPr>
            <a:picLocks noChangeAspect="1"/>
          </p:cNvPicPr>
          <p:nvPr/>
        </p:nvPicPr>
        <p:blipFill>
          <a:blip r:embed="rId2"/>
          <a:stretch>
            <a:fillRect/>
          </a:stretch>
        </p:blipFill>
        <p:spPr>
          <a:xfrm>
            <a:off x="2120099" y="1502600"/>
            <a:ext cx="4437804" cy="4908916"/>
          </a:xfrm>
          <a:prstGeom prst="rect">
            <a:avLst/>
          </a:prstGeom>
          <a:ln w="12700">
            <a:miter lim="400000"/>
          </a:ln>
        </p:spPr>
      </p:pic>
      <p:sp>
        <p:nvSpPr>
          <p:cNvPr id="498" name="Croset et al. 2018"/>
          <p:cNvSpPr txBox="1"/>
          <p:nvPr/>
        </p:nvSpPr>
        <p:spPr>
          <a:xfrm>
            <a:off x="5695597" y="6563486"/>
            <a:ext cx="2834110" cy="241413"/>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lvl1pPr>
              <a:defRPr sz="1500"/>
            </a:lvl1pPr>
          </a:lstStyle>
          <a:p>
            <a:r>
              <a:rPr sz="1100" dirty="0" err="1">
                <a:hlinkClick r:id="rId3"/>
              </a:rPr>
              <a:t>Croset</a:t>
            </a:r>
            <a:r>
              <a:rPr sz="1100" dirty="0">
                <a:hlinkClick r:id="rId3"/>
              </a:rPr>
              <a:t> et al. 2018</a:t>
            </a:r>
            <a:r>
              <a:rPr lang="en-US" sz="1100" dirty="0">
                <a:hlinkClick r:id="rId3"/>
              </a:rPr>
              <a:t>. DOI:10.7554/eLife.34550</a:t>
            </a:r>
            <a:endParaRPr sz="1100" dirty="0"/>
          </a:p>
        </p:txBody>
      </p:sp>
      <p:sp>
        <p:nvSpPr>
          <p:cNvPr id="499" name="Oval"/>
          <p:cNvSpPr/>
          <p:nvPr/>
        </p:nvSpPr>
        <p:spPr>
          <a:xfrm>
            <a:off x="3151577" y="4559083"/>
            <a:ext cx="2429696" cy="1089590"/>
          </a:xfrm>
          <a:prstGeom prst="ellipse">
            <a:avLst/>
          </a:prstGeom>
          <a:ln w="12700">
            <a:solidFill>
              <a:schemeClr val="accent6"/>
            </a:solidFill>
            <a:miter lim="400000"/>
          </a:ln>
        </p:spPr>
        <p:txBody>
          <a:bodyPr lIns="35719" tIns="35719" rIns="35719" bIns="35719" anchor="ctr"/>
          <a:lstStyle/>
          <a:p>
            <a:pPr algn="ctr" defTabSz="410751">
              <a:defRPr sz="3600">
                <a:latin typeface="+mn-lt"/>
                <a:ea typeface="+mn-ea"/>
                <a:cs typeface="+mn-cs"/>
                <a:sym typeface="Helvetica Neue Light"/>
              </a:defRPr>
            </a:pPr>
            <a:endParaRPr/>
          </a:p>
        </p:txBody>
      </p:sp>
      <p:sp>
        <p:nvSpPr>
          <p:cNvPr id="2" name="Rectangle 1">
            <a:extLst>
              <a:ext uri="{FF2B5EF4-FFF2-40B4-BE49-F238E27FC236}">
                <a16:creationId xmlns:a16="http://schemas.microsoft.com/office/drawing/2014/main" id="{19BE20F4-77A3-44BC-B321-5C56CC94C496}"/>
              </a:ext>
            </a:extLst>
          </p:cNvPr>
          <p:cNvSpPr/>
          <p:nvPr/>
        </p:nvSpPr>
        <p:spPr>
          <a:xfrm>
            <a:off x="1854678" y="1462176"/>
            <a:ext cx="388190" cy="370936"/>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US" sz="3600" b="0" i="0" u="none" strike="noStrike" cap="none" spc="0" normalizeH="0" baseline="0">
              <a:ln>
                <a:noFill/>
              </a:ln>
              <a:solidFill>
                <a:srgbClr val="000000"/>
              </a:solidFill>
              <a:effectLst/>
              <a:uFillTx/>
              <a:latin typeface="+mn-lt"/>
              <a:ea typeface="+mn-ea"/>
              <a:cs typeface="+mn-cs"/>
              <a:sym typeface="Helvetica Neue Light"/>
            </a:endParaRPr>
          </a:p>
        </p:txBody>
      </p:sp>
      <p:sp>
        <p:nvSpPr>
          <p:cNvPr id="3" name="Rectangle 2">
            <a:extLst>
              <a:ext uri="{FF2B5EF4-FFF2-40B4-BE49-F238E27FC236}">
                <a16:creationId xmlns:a16="http://schemas.microsoft.com/office/drawing/2014/main" id="{73B21823-E77E-42E3-8705-AE85DE6B93FF}"/>
              </a:ext>
            </a:extLst>
          </p:cNvPr>
          <p:cNvSpPr/>
          <p:nvPr/>
        </p:nvSpPr>
        <p:spPr>
          <a:xfrm>
            <a:off x="1897810" y="2626742"/>
            <a:ext cx="388190" cy="370936"/>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US" sz="3600" b="0" i="0" u="none" strike="noStrike" cap="none" spc="0" normalizeH="0" baseline="0">
              <a:ln>
                <a:noFill/>
              </a:ln>
              <a:solidFill>
                <a:srgbClr val="000000"/>
              </a:solidFill>
              <a:effectLst/>
              <a:uFillTx/>
              <a:latin typeface="+mn-lt"/>
              <a:ea typeface="+mn-ea"/>
              <a:cs typeface="+mn-cs"/>
              <a:sym typeface="Helvetica Neue Light"/>
            </a:endParaRPr>
          </a:p>
        </p:txBody>
      </p:sp>
    </p:spTree>
    <p:extLst>
      <p:ext uri="{BB962C8B-B14F-4D97-AF65-F5344CB8AC3E}">
        <p14:creationId xmlns:p14="http://schemas.microsoft.com/office/powerpoint/2010/main" val="2741927620"/>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9" presetClass="entr" fill="hold" grpId="0" nodeType="clickEffect">
                                  <p:stCondLst>
                                    <p:cond delay="0"/>
                                  </p:stCondLst>
                                  <p:iterate>
                                    <p:tmAbs val="0"/>
                                  </p:iterate>
                                  <p:childTnLst>
                                    <p:set>
                                      <p:cBhvr>
                                        <p:cTn id="6" fill="hold"/>
                                        <p:tgtEl>
                                          <p:spTgt spid="499"/>
                                        </p:tgtEl>
                                        <p:attrNameLst>
                                          <p:attrName>style.visibility</p:attrName>
                                        </p:attrNameLst>
                                      </p:cBhvr>
                                      <p:to>
                                        <p:strVal val="visible"/>
                                      </p:to>
                                    </p:set>
                                    <p:animEffect transition="in" filter="dissolve">
                                      <p:cBhvr>
                                        <p:cTn id="7" dur="1000"/>
                                        <p:tgtEl>
                                          <p:spTgt spid="4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9" grpId="0" animBg="1" advAuto="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a:t>3’-end based technologies Post-sequencing</a:t>
            </a:r>
            <a:endParaRPr lang="en-US" dirty="0"/>
          </a:p>
        </p:txBody>
      </p:sp>
      <p:pic>
        <p:nvPicPr>
          <p:cNvPr id="4" name="Picture 3"/>
          <p:cNvPicPr>
            <a:picLocks noChangeAspect="1"/>
          </p:cNvPicPr>
          <p:nvPr/>
        </p:nvPicPr>
        <p:blipFill>
          <a:blip r:embed="rId2"/>
          <a:stretch>
            <a:fillRect/>
          </a:stretch>
        </p:blipFill>
        <p:spPr>
          <a:xfrm>
            <a:off x="1629211" y="1989625"/>
            <a:ext cx="5916342" cy="3626433"/>
          </a:xfrm>
          <a:prstGeom prst="rect">
            <a:avLst/>
          </a:prstGeom>
        </p:spPr>
      </p:pic>
      <p:sp>
        <p:nvSpPr>
          <p:cNvPr id="2" name="Rectangle 1">
            <a:extLst>
              <a:ext uri="{FF2B5EF4-FFF2-40B4-BE49-F238E27FC236}">
                <a16:creationId xmlns:a16="http://schemas.microsoft.com/office/drawing/2014/main" id="{34C71ACE-6926-4B0E-9E54-48BE3A3605EC}"/>
              </a:ext>
            </a:extLst>
          </p:cNvPr>
          <p:cNvSpPr/>
          <p:nvPr/>
        </p:nvSpPr>
        <p:spPr>
          <a:xfrm>
            <a:off x="1535501" y="2109158"/>
            <a:ext cx="655608" cy="552090"/>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US" sz="3600" b="0" i="0" u="none" strike="noStrike" cap="none" spc="0" normalizeH="0" baseline="0">
              <a:ln>
                <a:noFill/>
              </a:ln>
              <a:solidFill>
                <a:srgbClr val="000000"/>
              </a:solidFill>
              <a:effectLst/>
              <a:uFillTx/>
              <a:latin typeface="+mn-lt"/>
              <a:ea typeface="+mn-ea"/>
              <a:cs typeface="+mn-cs"/>
              <a:sym typeface="Helvetica Neue Light"/>
            </a:endParaRPr>
          </a:p>
        </p:txBody>
      </p:sp>
    </p:spTree>
    <p:extLst>
      <p:ext uri="{BB962C8B-B14F-4D97-AF65-F5344CB8AC3E}">
        <p14:creationId xmlns:p14="http://schemas.microsoft.com/office/powerpoint/2010/main" val="2258782285"/>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02257" y="2314377"/>
            <a:ext cx="8339486" cy="2532335"/>
          </a:xfrm>
          <a:prstGeom prst="rect">
            <a:avLst/>
          </a:prstGeom>
        </p:spPr>
      </p:pic>
      <p:sp>
        <p:nvSpPr>
          <p:cNvPr id="3" name="Title 2"/>
          <p:cNvSpPr>
            <a:spLocks noGrp="1"/>
          </p:cNvSpPr>
          <p:nvPr>
            <p:ph type="title"/>
          </p:nvPr>
        </p:nvSpPr>
        <p:spPr/>
        <p:txBody>
          <a:bodyPr>
            <a:normAutofit/>
          </a:bodyPr>
          <a:lstStyle/>
          <a:p>
            <a:r>
              <a:rPr lang="en-US" dirty="0"/>
              <a:t>3’-end based technologies - Post-sequencing</a:t>
            </a:r>
          </a:p>
        </p:txBody>
      </p:sp>
      <p:sp>
        <p:nvSpPr>
          <p:cNvPr id="5" name="TextBox 4">
            <a:extLst>
              <a:ext uri="{FF2B5EF4-FFF2-40B4-BE49-F238E27FC236}">
                <a16:creationId xmlns:a16="http://schemas.microsoft.com/office/drawing/2014/main" id="{D4B2F085-2436-4C1E-9F6C-D4081FA74936}"/>
              </a:ext>
            </a:extLst>
          </p:cNvPr>
          <p:cNvSpPr txBox="1"/>
          <p:nvPr/>
        </p:nvSpPr>
        <p:spPr>
          <a:xfrm>
            <a:off x="3778410" y="6568695"/>
            <a:ext cx="1580882" cy="246221"/>
          </a:xfrm>
          <a:prstGeom prst="rect">
            <a:avLst/>
          </a:prstGeom>
          <a:noFill/>
        </p:spPr>
        <p:txBody>
          <a:bodyPr wrap="none" rtlCol="0">
            <a:spAutoFit/>
          </a:bodyPr>
          <a:lstStyle/>
          <a:p>
            <a:r>
              <a:rPr lang="en-US" sz="1000" dirty="0" err="1">
                <a:latin typeface="Helvetica Neue Light"/>
                <a:cs typeface="Avenir Book"/>
              </a:rPr>
              <a:t>Macosko</a:t>
            </a:r>
            <a:r>
              <a:rPr lang="en-US" sz="1000" dirty="0">
                <a:latin typeface="Helvetica Neue Light"/>
                <a:cs typeface="Avenir Book"/>
              </a:rPr>
              <a:t> </a:t>
            </a:r>
            <a:r>
              <a:rPr lang="en-US" sz="1000" i="1" dirty="0">
                <a:latin typeface="Helvetica Neue Light"/>
                <a:cs typeface="Avenir Book"/>
              </a:rPr>
              <a:t>et al</a:t>
            </a:r>
            <a:r>
              <a:rPr lang="en-US" sz="1000" dirty="0">
                <a:latin typeface="Helvetica Neue Light"/>
                <a:cs typeface="Avenir Book"/>
              </a:rPr>
              <a:t>., 2015 Cell</a:t>
            </a:r>
          </a:p>
        </p:txBody>
      </p:sp>
      <p:sp>
        <p:nvSpPr>
          <p:cNvPr id="6" name="Rectangle 5">
            <a:extLst>
              <a:ext uri="{FF2B5EF4-FFF2-40B4-BE49-F238E27FC236}">
                <a16:creationId xmlns:a16="http://schemas.microsoft.com/office/drawing/2014/main" id="{3C86358A-F205-4D63-84D8-ABA560FC19EA}"/>
              </a:ext>
            </a:extLst>
          </p:cNvPr>
          <p:cNvSpPr/>
          <p:nvPr/>
        </p:nvSpPr>
        <p:spPr>
          <a:xfrm>
            <a:off x="457199" y="2342071"/>
            <a:ext cx="258793" cy="224287"/>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US" sz="3600" b="0" i="0" u="none" strike="noStrike" cap="none" spc="0" normalizeH="0" baseline="0">
              <a:ln>
                <a:noFill/>
              </a:ln>
              <a:solidFill>
                <a:srgbClr val="000000"/>
              </a:solidFill>
              <a:effectLst/>
              <a:uFillTx/>
              <a:latin typeface="+mn-lt"/>
              <a:ea typeface="+mn-ea"/>
              <a:cs typeface="+mn-cs"/>
              <a:sym typeface="Helvetica Neue Light"/>
            </a:endParaRPr>
          </a:p>
        </p:txBody>
      </p:sp>
    </p:spTree>
    <p:extLst>
      <p:ext uri="{BB962C8B-B14F-4D97-AF65-F5344CB8AC3E}">
        <p14:creationId xmlns:p14="http://schemas.microsoft.com/office/powerpoint/2010/main" val="3815162229"/>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C6E88-636D-487F-9C85-EAE7F3F2624F}"/>
              </a:ext>
            </a:extLst>
          </p:cNvPr>
          <p:cNvSpPr>
            <a:spLocks noGrp="1"/>
          </p:cNvSpPr>
          <p:nvPr>
            <p:ph type="title"/>
          </p:nvPr>
        </p:nvSpPr>
        <p:spPr/>
        <p:txBody>
          <a:bodyPr/>
          <a:lstStyle/>
          <a:p>
            <a:r>
              <a:rPr lang="en-US"/>
              <a:t>Break Time</a:t>
            </a:r>
          </a:p>
        </p:txBody>
      </p:sp>
      <p:pic>
        <p:nvPicPr>
          <p:cNvPr id="4" name="Picture 4" descr="A picture containing diagram&#10;&#10;Description automatically generated">
            <a:extLst>
              <a:ext uri="{FF2B5EF4-FFF2-40B4-BE49-F238E27FC236}">
                <a16:creationId xmlns:a16="http://schemas.microsoft.com/office/drawing/2014/main" id="{D94398A3-1FAC-4FB7-AD72-51B3FF21B4BA}"/>
              </a:ext>
            </a:extLst>
          </p:cNvPr>
          <p:cNvPicPr>
            <a:picLocks noChangeAspect="1"/>
          </p:cNvPicPr>
          <p:nvPr/>
        </p:nvPicPr>
        <p:blipFill>
          <a:blip r:embed="rId2"/>
          <a:stretch>
            <a:fillRect/>
          </a:stretch>
        </p:blipFill>
        <p:spPr>
          <a:xfrm>
            <a:off x="440576" y="2258601"/>
            <a:ext cx="8030094" cy="2605306"/>
          </a:xfrm>
          <a:prstGeom prst="rect">
            <a:avLst/>
          </a:prstGeom>
        </p:spPr>
      </p:pic>
    </p:spTree>
    <p:extLst>
      <p:ext uri="{BB962C8B-B14F-4D97-AF65-F5344CB8AC3E}">
        <p14:creationId xmlns:p14="http://schemas.microsoft.com/office/powerpoint/2010/main" val="945286562"/>
      </p:ext>
    </p:extLst>
  </p:cSld>
  <p:clrMapOvr>
    <a:masterClrMapping/>
  </p:clrMapOvr>
  <p:transition spd="med"/>
</p:sld>
</file>

<file path=ppt/tags/tag1.xml><?xml version="1.0" encoding="utf-8"?>
<p:tagLst xmlns:a="http://schemas.openxmlformats.org/drawingml/2006/main" xmlns:r="http://schemas.openxmlformats.org/officeDocument/2006/relationships" xmlns:p="http://schemas.openxmlformats.org/presentationml/2006/main">
  <p:tag name="TIMING" val="|1.2|27.9"/>
</p:tagLst>
</file>

<file path=ppt/tags/tag2.xml><?xml version="1.0" encoding="utf-8"?>
<p:tagLst xmlns:a="http://schemas.openxmlformats.org/drawingml/2006/main" xmlns:r="http://schemas.openxmlformats.org/officeDocument/2006/relationships" xmlns:p="http://schemas.openxmlformats.org/presentationml/2006/main">
  <p:tag name="TIMING" val="|8.8|6.7|3.2|4.7|39.4|25.8|23"/>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ModernPortfolio">
  <a:themeElements>
    <a:clrScheme name="ModernPortfolio">
      <a:dk1>
        <a:srgbClr val="000000"/>
      </a:dk1>
      <a:lt1>
        <a:srgbClr val="FFFFFF"/>
      </a:lt1>
      <a:dk2>
        <a:srgbClr val="5C5C5C"/>
      </a:dk2>
      <a:lt2>
        <a:srgbClr val="CBCBCB"/>
      </a:lt2>
      <a:accent1>
        <a:srgbClr val="557E8A"/>
      </a:accent1>
      <a:accent2>
        <a:srgbClr val="88885A"/>
      </a:accent2>
      <a:accent3>
        <a:srgbClr val="B29E85"/>
      </a:accent3>
      <a:accent4>
        <a:srgbClr val="BB7B52"/>
      </a:accent4>
      <a:accent5>
        <a:srgbClr val="CF7F66"/>
      </a:accent5>
      <a:accent6>
        <a:srgbClr val="62647B"/>
      </a:accent6>
      <a:hlink>
        <a:srgbClr val="0000FF"/>
      </a:hlink>
      <a:folHlink>
        <a:srgbClr val="FF00FF"/>
      </a:folHlink>
    </a:clrScheme>
    <a:fontScheme name="ModernPortfolio">
      <a:majorFont>
        <a:latin typeface="Helvetica Neue"/>
        <a:ea typeface="Helvetica Neue"/>
        <a:cs typeface="Helvetica Neue"/>
      </a:majorFont>
      <a:minorFont>
        <a:latin typeface="Helvetica Neue Light"/>
        <a:ea typeface="Helvetica Neue Light"/>
        <a:cs typeface="Helvetica Neue Light"/>
      </a:minorFont>
    </a:fontScheme>
    <a:fmtScheme name="ModernPortfol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atOff val="12166"/>
            <a:lumOff val="-13042"/>
          </a:schemeClr>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Neue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rgbClr val="ABABAB"/>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457200"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Helvetica"/>
            <a:ea typeface="Helvetica"/>
            <a:cs typeface="Helvetica"/>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6573</TotalTime>
  <Words>1399</Words>
  <Application>Microsoft Office PowerPoint</Application>
  <PresentationFormat>On-screen Show (4:3)</PresentationFormat>
  <Paragraphs>192</Paragraphs>
  <Slides>24</Slides>
  <Notes>4</Notes>
  <HiddenSlides>0</HiddenSlides>
  <MMClips>0</MMClips>
  <ScaleCrop>false</ScaleCrop>
  <HeadingPairs>
    <vt:vector size="4" baseType="variant">
      <vt:variant>
        <vt:lpstr>Theme</vt:lpstr>
      </vt:variant>
      <vt:variant>
        <vt:i4>2</vt:i4>
      </vt:variant>
      <vt:variant>
        <vt:lpstr>Slide Titles</vt:lpstr>
      </vt:variant>
      <vt:variant>
        <vt:i4>24</vt:i4>
      </vt:variant>
    </vt:vector>
  </HeadingPairs>
  <TitlesOfParts>
    <vt:vector size="26" baseType="lpstr">
      <vt:lpstr>Office Theme</vt:lpstr>
      <vt:lpstr>ModernPortfolio</vt:lpstr>
      <vt:lpstr>Quantitative Methods in Genetic and Genomics Single Cell Module</vt:lpstr>
      <vt:lpstr>Module Overview</vt:lpstr>
      <vt:lpstr>Why single cell transcriptomics?</vt:lpstr>
      <vt:lpstr>Bulk vs single cell RNA-seq</vt:lpstr>
      <vt:lpstr>How do we go from cell to count matrix?</vt:lpstr>
      <vt:lpstr>A decade of single-cell RNA-seq</vt:lpstr>
      <vt:lpstr>General workflow of a single cell (sc) RNA-Seq experiment</vt:lpstr>
      <vt:lpstr>Popular single-cell RNA-seq protocols</vt:lpstr>
      <vt:lpstr>2026 Evaluation of scRNA-seq platforms</vt:lpstr>
      <vt:lpstr>Full length transcripts: SMART-seq2</vt:lpstr>
      <vt:lpstr>Example: library preparation for SMART-Seq2</vt:lpstr>
      <vt:lpstr>Droplet vs. Physical Microfluidic methods: Beads, Cells, and Droplets</vt:lpstr>
      <vt:lpstr>10X Genomics Overview</vt:lpstr>
      <vt:lpstr>Drop-Seq</vt:lpstr>
      <vt:lpstr>3’ end Capture Beads - UMIs and Bead Barcodes</vt:lpstr>
      <vt:lpstr>Summary of commercial technologies</vt:lpstr>
      <vt:lpstr>Seq-Well and hydrogel abrogates the need for droplet-based microfluidic devices</vt:lpstr>
      <vt:lpstr>Seq-Well workflow in Images</vt:lpstr>
      <vt:lpstr>Seq-Well workflow in Images</vt:lpstr>
      <vt:lpstr>Common problems - Technical doublets</vt:lpstr>
      <vt:lpstr>Doublet detection: the barnyard plot</vt:lpstr>
      <vt:lpstr>3’-end based technologies Post-sequencing</vt:lpstr>
      <vt:lpstr>3’-end based technologies - Post-sequencing</vt:lpstr>
      <vt:lpstr>Break Time</vt:lpstr>
    </vt:vector>
  </TitlesOfParts>
  <Company>MIT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Isaac Chaim</dc:creator>
  <cp:lastModifiedBy>Robert Morey</cp:lastModifiedBy>
  <cp:revision>1268</cp:revision>
  <dcterms:created xsi:type="dcterms:W3CDTF">2018-01-26T22:48:32Z</dcterms:created>
  <dcterms:modified xsi:type="dcterms:W3CDTF">2026-01-30T18:48:59Z</dcterms:modified>
</cp:coreProperties>
</file>